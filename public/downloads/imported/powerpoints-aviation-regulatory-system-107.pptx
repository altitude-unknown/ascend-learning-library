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Lst>
  <p:sldSz cy="6858000" cx="12192000"/>
  <p:notesSz cx="6858000" cy="9144000"/>
  <p:embeddedFontLst>
    <p:embeddedFont>
      <p:font typeface="Lustria"/>
      <p:regular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10" Type="http://schemas.openxmlformats.org/officeDocument/2006/relationships/slide" Target="slides/slide6.xml"/><Relationship Id="rId54" Type="http://schemas.openxmlformats.org/officeDocument/2006/relationships/font" Target="fonts/Lustria-regular.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fadb9c7670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fadb9c767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77d335fb52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77d335fb5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77d335fb5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g377d335fb5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370693" y="1769540"/>
            <a:ext cx="9440034" cy="1828801"/>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spcBef>
                <a:spcPts val="0"/>
              </a:spcBef>
              <a:spcAft>
                <a:spcPts val="0"/>
              </a:spcAft>
              <a:buClr>
                <a:schemeClr val="lt2"/>
              </a:buClr>
              <a:buSzPts val="5400"/>
              <a:buFont typeface="Lustria"/>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 type="subTitle"/>
          </p:nvPr>
        </p:nvSpPr>
        <p:spPr>
          <a:xfrm>
            <a:off x="1370693" y="3598339"/>
            <a:ext cx="9440034" cy="1049867"/>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lvl="0" algn="ctr">
              <a:spcBef>
                <a:spcPts val="400"/>
              </a:spcBef>
              <a:spcAft>
                <a:spcPts val="0"/>
              </a:spcAft>
              <a:buSzPts val="1400"/>
              <a:buNone/>
              <a:defRPr>
                <a:solidFill>
                  <a:schemeClr val="lt1"/>
                </a:solidFill>
              </a:defRPr>
            </a:lvl1pPr>
            <a:lvl2pPr lvl="1" algn="ctr">
              <a:spcBef>
                <a:spcPts val="600"/>
              </a:spcBef>
              <a:spcAft>
                <a:spcPts val="0"/>
              </a:spcAft>
              <a:buSzPts val="1260"/>
              <a:buNone/>
              <a:defRPr>
                <a:solidFill>
                  <a:schemeClr val="lt1"/>
                </a:solidFill>
              </a:defRPr>
            </a:lvl2pPr>
            <a:lvl3pPr lvl="2" algn="ctr">
              <a:spcBef>
                <a:spcPts val="600"/>
              </a:spcBef>
              <a:spcAft>
                <a:spcPts val="0"/>
              </a:spcAft>
              <a:buSzPts val="1120"/>
              <a:buNone/>
              <a:defRPr>
                <a:solidFill>
                  <a:schemeClr val="lt1"/>
                </a:solidFill>
              </a:defRPr>
            </a:lvl3pPr>
            <a:lvl4pPr lvl="3" algn="ctr">
              <a:spcBef>
                <a:spcPts val="600"/>
              </a:spcBef>
              <a:spcAft>
                <a:spcPts val="0"/>
              </a:spcAft>
              <a:buSzPts val="980"/>
              <a:buNone/>
              <a:defRPr>
                <a:solidFill>
                  <a:schemeClr val="lt1"/>
                </a:solidFill>
              </a:defRPr>
            </a:lvl4pPr>
            <a:lvl5pPr lvl="4" algn="ctr">
              <a:spcBef>
                <a:spcPts val="600"/>
              </a:spcBef>
              <a:spcAft>
                <a:spcPts val="0"/>
              </a:spcAft>
              <a:buSzPts val="980"/>
              <a:buNone/>
              <a:defRPr>
                <a:solidFill>
                  <a:schemeClr val="lt1"/>
                </a:solidFill>
              </a:defRPr>
            </a:lvl5pPr>
            <a:lvl6pPr lvl="5" algn="ctr">
              <a:spcBef>
                <a:spcPts val="600"/>
              </a:spcBef>
              <a:spcAft>
                <a:spcPts val="0"/>
              </a:spcAft>
              <a:buSzPts val="980"/>
              <a:buNone/>
              <a:defRPr>
                <a:solidFill>
                  <a:schemeClr val="lt1"/>
                </a:solidFill>
              </a:defRPr>
            </a:lvl6pPr>
            <a:lvl7pPr lvl="6" algn="ctr">
              <a:spcBef>
                <a:spcPts val="600"/>
              </a:spcBef>
              <a:spcAft>
                <a:spcPts val="0"/>
              </a:spcAft>
              <a:buSzPts val="980"/>
              <a:buNone/>
              <a:defRPr>
                <a:solidFill>
                  <a:schemeClr val="lt1"/>
                </a:solidFill>
              </a:defRPr>
            </a:lvl7pPr>
            <a:lvl8pPr lvl="7" algn="ctr">
              <a:spcBef>
                <a:spcPts val="600"/>
              </a:spcBef>
              <a:spcAft>
                <a:spcPts val="0"/>
              </a:spcAft>
              <a:buSzPts val="980"/>
              <a:buNone/>
              <a:defRPr>
                <a:solidFill>
                  <a:schemeClr val="lt1"/>
                </a:solidFill>
              </a:defRPr>
            </a:lvl8pPr>
            <a:lvl9pPr lvl="8" algn="ctr">
              <a:spcBef>
                <a:spcPts val="600"/>
              </a:spcBef>
              <a:spcAft>
                <a:spcPts val="600"/>
              </a:spcAft>
              <a:buSzPts val="980"/>
              <a:buNone/>
              <a:defRPr>
                <a:solidFill>
                  <a:schemeClr val="lt1"/>
                </a:solidFill>
              </a:defRPr>
            </a:lvl9pPr>
          </a:lstStyle>
          <a:p/>
        </p:txBody>
      </p:sp>
      <p:sp>
        <p:nvSpPr>
          <p:cNvPr id="14" name="Google Shape;14;p2"/>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10" lvl="7" marL="3657600" algn="l">
              <a:spcBef>
                <a:spcPts val="600"/>
              </a:spcBef>
              <a:spcAft>
                <a:spcPts val="0"/>
              </a:spcAft>
              <a:buSzPts val="1260"/>
              <a:buChar char="◈"/>
              <a:defRPr/>
            </a:lvl8pPr>
            <a:lvl9pPr indent="-308610" lvl="8" marL="4114800" algn="l">
              <a:spcBef>
                <a:spcPts val="600"/>
              </a:spcBef>
              <a:spcAft>
                <a:spcPts val="600"/>
              </a:spcAft>
              <a:buSzPts val="1260"/>
              <a:buChar char="◈"/>
              <a:defRPr/>
            </a:lvl9pPr>
          </a:lstStyle>
          <a:p/>
        </p:txBody>
      </p:sp>
      <p:sp>
        <p:nvSpPr>
          <p:cNvPr id="20" name="Google Shape;20;p3"/>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1295401" y="1761067"/>
            <a:ext cx="9590550" cy="1828813"/>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spcBef>
                <a:spcPts val="0"/>
              </a:spcBef>
              <a:spcAft>
                <a:spcPts val="0"/>
              </a:spcAft>
              <a:buClr>
                <a:schemeClr val="lt2"/>
              </a:buClr>
              <a:buSzPts val="4000"/>
              <a:buFont typeface="Lustria"/>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 type="body"/>
          </p:nvPr>
        </p:nvSpPr>
        <p:spPr>
          <a:xfrm>
            <a:off x="1295401" y="3589879"/>
            <a:ext cx="9590550" cy="1507054"/>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400"/>
              </a:spcBef>
              <a:spcAft>
                <a:spcPts val="0"/>
              </a:spcAft>
              <a:buSzPts val="1400"/>
              <a:buNone/>
              <a:defRPr sz="2000">
                <a:solidFill>
                  <a:schemeClr val="lt1"/>
                </a:solidFill>
              </a:defRPr>
            </a:lvl1pPr>
            <a:lvl2pPr indent="-228600" lvl="1" marL="914400" algn="l">
              <a:spcBef>
                <a:spcPts val="600"/>
              </a:spcBef>
              <a:spcAft>
                <a:spcPts val="0"/>
              </a:spcAft>
              <a:buSzPts val="1260"/>
              <a:buNone/>
              <a:defRPr sz="1800">
                <a:solidFill>
                  <a:schemeClr val="lt1"/>
                </a:solidFill>
              </a:defRPr>
            </a:lvl2pPr>
            <a:lvl3pPr indent="-228600" lvl="2" marL="1371600" algn="l">
              <a:spcBef>
                <a:spcPts val="600"/>
              </a:spcBef>
              <a:spcAft>
                <a:spcPts val="0"/>
              </a:spcAft>
              <a:buSzPts val="1120"/>
              <a:buNone/>
              <a:defRPr sz="1600">
                <a:solidFill>
                  <a:schemeClr val="lt1"/>
                </a:solidFill>
              </a:defRPr>
            </a:lvl3pPr>
            <a:lvl4pPr indent="-228600" lvl="3" marL="1828800" algn="l">
              <a:spcBef>
                <a:spcPts val="600"/>
              </a:spcBef>
              <a:spcAft>
                <a:spcPts val="0"/>
              </a:spcAft>
              <a:buSzPts val="980"/>
              <a:buNone/>
              <a:defRPr sz="1400">
                <a:solidFill>
                  <a:schemeClr val="lt1"/>
                </a:solidFill>
              </a:defRPr>
            </a:lvl4pPr>
            <a:lvl5pPr indent="-228600" lvl="4" marL="2286000" algn="l">
              <a:spcBef>
                <a:spcPts val="600"/>
              </a:spcBef>
              <a:spcAft>
                <a:spcPts val="0"/>
              </a:spcAft>
              <a:buSzPts val="980"/>
              <a:buNone/>
              <a:defRPr sz="1400">
                <a:solidFill>
                  <a:schemeClr val="lt1"/>
                </a:solidFill>
              </a:defRPr>
            </a:lvl5pPr>
            <a:lvl6pPr indent="-228600" lvl="5" marL="2743200" algn="l">
              <a:spcBef>
                <a:spcPts val="600"/>
              </a:spcBef>
              <a:spcAft>
                <a:spcPts val="0"/>
              </a:spcAft>
              <a:buSzPts val="980"/>
              <a:buNone/>
              <a:defRPr sz="1400">
                <a:solidFill>
                  <a:schemeClr val="lt1"/>
                </a:solidFill>
              </a:defRPr>
            </a:lvl6pPr>
            <a:lvl7pPr indent="-228600" lvl="6" marL="3200400" algn="l">
              <a:spcBef>
                <a:spcPts val="600"/>
              </a:spcBef>
              <a:spcAft>
                <a:spcPts val="0"/>
              </a:spcAft>
              <a:buSzPts val="980"/>
              <a:buNone/>
              <a:defRPr sz="1400">
                <a:solidFill>
                  <a:schemeClr val="lt1"/>
                </a:solidFill>
              </a:defRPr>
            </a:lvl7pPr>
            <a:lvl8pPr indent="-228600" lvl="7" marL="3657600" algn="l">
              <a:spcBef>
                <a:spcPts val="600"/>
              </a:spcBef>
              <a:spcAft>
                <a:spcPts val="0"/>
              </a:spcAft>
              <a:buSzPts val="980"/>
              <a:buNone/>
              <a:defRPr sz="1400">
                <a:solidFill>
                  <a:schemeClr val="lt1"/>
                </a:solidFill>
              </a:defRPr>
            </a:lvl8pPr>
            <a:lvl9pPr indent="-228600" lvl="8" marL="4114800" algn="l">
              <a:spcBef>
                <a:spcPts val="600"/>
              </a:spcBef>
              <a:spcAft>
                <a:spcPts val="600"/>
              </a:spcAft>
              <a:buSzPts val="980"/>
              <a:buNone/>
              <a:defRPr sz="1400">
                <a:solidFill>
                  <a:schemeClr val="lt1"/>
                </a:solidFill>
              </a:defRPr>
            </a:lvl9pPr>
          </a:lstStyle>
          <a:p/>
        </p:txBody>
      </p:sp>
      <p:sp>
        <p:nvSpPr>
          <p:cNvPr id="26" name="Google Shape;26;p4"/>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5"/>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5"/>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6"/>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6"/>
          <p:cNvSpPr txBox="1"/>
          <p:nvPr>
            <p:ph idx="1" type="body"/>
          </p:nvPr>
        </p:nvSpPr>
        <p:spPr>
          <a:xfrm>
            <a:off x="913795" y="1732449"/>
            <a:ext cx="5060497" cy="405875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10" lvl="7" marL="3657600" algn="l">
              <a:spcBef>
                <a:spcPts val="600"/>
              </a:spcBef>
              <a:spcAft>
                <a:spcPts val="0"/>
              </a:spcAft>
              <a:buSzPts val="1260"/>
              <a:buChar char="◈"/>
              <a:defRPr/>
            </a:lvl8pPr>
            <a:lvl9pPr indent="-308610" lvl="8" marL="4114800" algn="l">
              <a:spcBef>
                <a:spcPts val="600"/>
              </a:spcBef>
              <a:spcAft>
                <a:spcPts val="600"/>
              </a:spcAft>
              <a:buSzPts val="1260"/>
              <a:buChar char="◈"/>
              <a:defRPr/>
            </a:lvl9pPr>
          </a:lstStyle>
          <a:p/>
        </p:txBody>
      </p:sp>
      <p:sp>
        <p:nvSpPr>
          <p:cNvPr id="37" name="Google Shape;37;p6"/>
          <p:cNvSpPr txBox="1"/>
          <p:nvPr>
            <p:ph idx="2" type="body"/>
          </p:nvPr>
        </p:nvSpPr>
        <p:spPr>
          <a:xfrm>
            <a:off x="6202892" y="1732449"/>
            <a:ext cx="5064665"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10" lvl="7" marL="3657600" algn="l">
              <a:spcBef>
                <a:spcPts val="600"/>
              </a:spcBef>
              <a:spcAft>
                <a:spcPts val="0"/>
              </a:spcAft>
              <a:buSzPts val="1260"/>
              <a:buChar char="◈"/>
              <a:defRPr/>
            </a:lvl8pPr>
            <a:lvl9pPr indent="-308610" lvl="8" marL="4114800" algn="l">
              <a:spcBef>
                <a:spcPts val="600"/>
              </a:spcBef>
              <a:spcAft>
                <a:spcPts val="600"/>
              </a:spcAft>
              <a:buSzPts val="1260"/>
              <a:buChar char="◈"/>
              <a:defRPr/>
            </a:lvl9pPr>
          </a:lstStyle>
          <a:p/>
        </p:txBody>
      </p:sp>
      <p:sp>
        <p:nvSpPr>
          <p:cNvPr id="38" name="Google Shape;38;p6"/>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pic>
        <p:nvPicPr>
          <p:cNvPr descr="Slate-V2-HD-compPhotoInset.png" id="42" name="Google Shape;42;p7"/>
          <p:cNvPicPr preferRelativeResize="0"/>
          <p:nvPr/>
        </p:nvPicPr>
        <p:blipFill rotWithShape="1">
          <a:blip r:embed="rId2">
            <a:alphaModFix/>
          </a:blip>
          <a:srcRect b="0" l="0" r="0" t="0"/>
          <a:stretch/>
        </p:blipFill>
        <p:spPr>
          <a:xfrm>
            <a:off x="913795" y="1734506"/>
            <a:ext cx="5089072" cy="4148769"/>
          </a:xfrm>
          <a:prstGeom prst="rect">
            <a:avLst/>
          </a:prstGeom>
          <a:noFill/>
          <a:ln>
            <a:noFill/>
          </a:ln>
        </p:spPr>
      </p:pic>
      <p:pic>
        <p:nvPicPr>
          <p:cNvPr descr="Slate-V2-HD-compPhotoInset.png" id="43" name="Google Shape;43;p7"/>
          <p:cNvPicPr preferRelativeResize="0"/>
          <p:nvPr/>
        </p:nvPicPr>
        <p:blipFill rotWithShape="1">
          <a:blip r:embed="rId2">
            <a:alphaModFix/>
          </a:blip>
          <a:srcRect b="0" l="0" r="0" t="0"/>
          <a:stretch/>
        </p:blipFill>
        <p:spPr>
          <a:xfrm>
            <a:off x="6178485" y="1734506"/>
            <a:ext cx="5089072" cy="4148769"/>
          </a:xfrm>
          <a:prstGeom prst="rect">
            <a:avLst/>
          </a:prstGeom>
          <a:noFill/>
          <a:ln>
            <a:noFill/>
          </a:ln>
        </p:spPr>
      </p:pic>
      <p:sp>
        <p:nvSpPr>
          <p:cNvPr id="44" name="Google Shape;44;p7"/>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4000"/>
              <a:buFont typeface="Lustria"/>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7"/>
          <p:cNvSpPr txBox="1"/>
          <p:nvPr>
            <p:ph idx="1" type="body"/>
          </p:nvPr>
        </p:nvSpPr>
        <p:spPr>
          <a:xfrm>
            <a:off x="1005872" y="1835254"/>
            <a:ext cx="4876344" cy="544884"/>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80"/>
              </a:spcBef>
              <a:spcAft>
                <a:spcPts val="0"/>
              </a:spcAft>
              <a:buSzPts val="1680"/>
              <a:buNone/>
              <a:defRPr b="0" sz="2400"/>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46" name="Google Shape;46;p7"/>
          <p:cNvSpPr txBox="1"/>
          <p:nvPr>
            <p:ph idx="2" type="body"/>
          </p:nvPr>
        </p:nvSpPr>
        <p:spPr>
          <a:xfrm>
            <a:off x="1005872" y="2380137"/>
            <a:ext cx="4876344" cy="3411063"/>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sz="1800"/>
            </a:lvl1pPr>
            <a:lvl2pPr indent="-299720" lvl="1" marL="914400" algn="l">
              <a:spcBef>
                <a:spcPts val="600"/>
              </a:spcBef>
              <a:spcAft>
                <a:spcPts val="0"/>
              </a:spcAft>
              <a:buSzPts val="1120"/>
              <a:buChar char="🞚"/>
              <a:defRPr sz="1600"/>
            </a:lvl2pPr>
            <a:lvl3pPr indent="-290830" lvl="2" marL="1371600" algn="l">
              <a:spcBef>
                <a:spcPts val="600"/>
              </a:spcBef>
              <a:spcAft>
                <a:spcPts val="0"/>
              </a:spcAft>
              <a:buSzPts val="980"/>
              <a:buChar char="◈"/>
              <a:defRPr sz="1400"/>
            </a:lvl3pPr>
            <a:lvl4pPr indent="-281940" lvl="3" marL="1828800" algn="l">
              <a:spcBef>
                <a:spcPts val="600"/>
              </a:spcBef>
              <a:spcAft>
                <a:spcPts val="0"/>
              </a:spcAft>
              <a:buSzPts val="840"/>
              <a:buChar char="🞚"/>
              <a:defRPr sz="1200"/>
            </a:lvl4pPr>
            <a:lvl5pPr indent="-281940" lvl="4" marL="2286000" algn="l">
              <a:spcBef>
                <a:spcPts val="600"/>
              </a:spcBef>
              <a:spcAft>
                <a:spcPts val="0"/>
              </a:spcAft>
              <a:buSzPts val="840"/>
              <a:buChar char="◈"/>
              <a:defRPr sz="1200"/>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10" lvl="7" marL="3657600" algn="l">
              <a:spcBef>
                <a:spcPts val="600"/>
              </a:spcBef>
              <a:spcAft>
                <a:spcPts val="0"/>
              </a:spcAft>
              <a:buSzPts val="1260"/>
              <a:buChar char="◈"/>
              <a:defRPr/>
            </a:lvl8pPr>
            <a:lvl9pPr indent="-308610" lvl="8" marL="4114800" algn="l">
              <a:spcBef>
                <a:spcPts val="600"/>
              </a:spcBef>
              <a:spcAft>
                <a:spcPts val="600"/>
              </a:spcAft>
              <a:buSzPts val="1260"/>
              <a:buChar char="◈"/>
              <a:defRPr/>
            </a:lvl9pPr>
          </a:lstStyle>
          <a:p/>
        </p:txBody>
      </p:sp>
      <p:sp>
        <p:nvSpPr>
          <p:cNvPr id="47" name="Google Shape;47;p7"/>
          <p:cNvSpPr txBox="1"/>
          <p:nvPr>
            <p:ph idx="3" type="body"/>
          </p:nvPr>
        </p:nvSpPr>
        <p:spPr>
          <a:xfrm>
            <a:off x="6294967" y="1835254"/>
            <a:ext cx="4895330" cy="544883"/>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80"/>
              </a:spcBef>
              <a:spcAft>
                <a:spcPts val="0"/>
              </a:spcAft>
              <a:buSzPts val="1680"/>
              <a:buNone/>
              <a:defRPr b="0" sz="2400"/>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48" name="Google Shape;48;p7"/>
          <p:cNvSpPr txBox="1"/>
          <p:nvPr>
            <p:ph idx="4" type="body"/>
          </p:nvPr>
        </p:nvSpPr>
        <p:spPr>
          <a:xfrm>
            <a:off x="6294967" y="2380137"/>
            <a:ext cx="4895330" cy="3411063"/>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sz="1800"/>
            </a:lvl1pPr>
            <a:lvl2pPr indent="-299720" lvl="1" marL="914400" algn="l">
              <a:spcBef>
                <a:spcPts val="600"/>
              </a:spcBef>
              <a:spcAft>
                <a:spcPts val="0"/>
              </a:spcAft>
              <a:buSzPts val="1120"/>
              <a:buChar char="🞚"/>
              <a:defRPr sz="1600"/>
            </a:lvl2pPr>
            <a:lvl3pPr indent="-290830" lvl="2" marL="1371600" algn="l">
              <a:spcBef>
                <a:spcPts val="600"/>
              </a:spcBef>
              <a:spcAft>
                <a:spcPts val="0"/>
              </a:spcAft>
              <a:buSzPts val="980"/>
              <a:buChar char="◈"/>
              <a:defRPr sz="1400"/>
            </a:lvl3pPr>
            <a:lvl4pPr indent="-281940" lvl="3" marL="1828800" algn="l">
              <a:spcBef>
                <a:spcPts val="600"/>
              </a:spcBef>
              <a:spcAft>
                <a:spcPts val="0"/>
              </a:spcAft>
              <a:buSzPts val="840"/>
              <a:buChar char="🞚"/>
              <a:defRPr sz="1200"/>
            </a:lvl4pPr>
            <a:lvl5pPr indent="-281940" lvl="4" marL="2286000" algn="l">
              <a:spcBef>
                <a:spcPts val="600"/>
              </a:spcBef>
              <a:spcAft>
                <a:spcPts val="0"/>
              </a:spcAft>
              <a:buSzPts val="840"/>
              <a:buChar char="◈"/>
              <a:defRPr sz="1200"/>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10" lvl="7" marL="3657600" algn="l">
              <a:spcBef>
                <a:spcPts val="600"/>
              </a:spcBef>
              <a:spcAft>
                <a:spcPts val="0"/>
              </a:spcAft>
              <a:buSzPts val="1260"/>
              <a:buChar char="◈"/>
              <a:defRPr/>
            </a:lvl8pPr>
            <a:lvl9pPr indent="-308610" lvl="8" marL="4114800" algn="l">
              <a:spcBef>
                <a:spcPts val="600"/>
              </a:spcBef>
              <a:spcAft>
                <a:spcPts val="600"/>
              </a:spcAft>
              <a:buSzPts val="1260"/>
              <a:buChar char="◈"/>
              <a:defRPr/>
            </a:lvl9pPr>
          </a:lstStyle>
          <a:p/>
        </p:txBody>
      </p:sp>
      <p:sp>
        <p:nvSpPr>
          <p:cNvPr id="49" name="Google Shape;49;p7"/>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7"/>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8"/>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8"/>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8"/>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6" name="Shape 56"/>
        <p:cNvGrpSpPr/>
        <p:nvPr/>
      </p:nvGrpSpPr>
      <p:grpSpPr>
        <a:xfrm>
          <a:off x="0" y="0"/>
          <a:ext cx="0" cy="0"/>
          <a:chOff x="0" y="0"/>
          <a:chExt cx="0" cy="0"/>
        </a:xfrm>
      </p:grpSpPr>
      <p:sp>
        <p:nvSpPr>
          <p:cNvPr id="57" name="Google Shape;57;p9"/>
          <p:cNvSpPr txBox="1"/>
          <p:nvPr>
            <p:ph type="title"/>
          </p:nvPr>
        </p:nvSpPr>
        <p:spPr>
          <a:xfrm>
            <a:off x="913795" y="609600"/>
            <a:ext cx="3706889" cy="1821918"/>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spcBef>
                <a:spcPts val="0"/>
              </a:spcBef>
              <a:spcAft>
                <a:spcPts val="0"/>
              </a:spcAft>
              <a:buClr>
                <a:schemeClr val="lt2"/>
              </a:buClr>
              <a:buSzPts val="2400"/>
              <a:buFont typeface="Lustria"/>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9"/>
          <p:cNvSpPr txBox="1"/>
          <p:nvPr>
            <p:ph idx="1" type="body"/>
          </p:nvPr>
        </p:nvSpPr>
        <p:spPr>
          <a:xfrm>
            <a:off x="4855633" y="609600"/>
            <a:ext cx="6411924" cy="518160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10" lvl="7" marL="3657600" algn="l">
              <a:spcBef>
                <a:spcPts val="600"/>
              </a:spcBef>
              <a:spcAft>
                <a:spcPts val="0"/>
              </a:spcAft>
              <a:buSzPts val="1260"/>
              <a:buChar char="◈"/>
              <a:defRPr/>
            </a:lvl8pPr>
            <a:lvl9pPr indent="-308610" lvl="8" marL="4114800" algn="l">
              <a:spcBef>
                <a:spcPts val="600"/>
              </a:spcBef>
              <a:spcAft>
                <a:spcPts val="600"/>
              </a:spcAft>
              <a:buSzPts val="1260"/>
              <a:buChar char="◈"/>
              <a:defRPr/>
            </a:lvl9pPr>
          </a:lstStyle>
          <a:p/>
        </p:txBody>
      </p:sp>
      <p:sp>
        <p:nvSpPr>
          <p:cNvPr id="59" name="Google Shape;59;p9"/>
          <p:cNvSpPr txBox="1"/>
          <p:nvPr>
            <p:ph idx="2" type="body"/>
          </p:nvPr>
        </p:nvSpPr>
        <p:spPr>
          <a:xfrm>
            <a:off x="913795" y="2431518"/>
            <a:ext cx="3706889" cy="335968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320"/>
              </a:spcBef>
              <a:spcAft>
                <a:spcPts val="0"/>
              </a:spcAft>
              <a:buSzPts val="1120"/>
              <a:buNone/>
              <a:defRPr sz="16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60" name="Google Shape;60;p9"/>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9"/>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9"/>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3" name="Shape 63"/>
        <p:cNvGrpSpPr/>
        <p:nvPr/>
      </p:nvGrpSpPr>
      <p:grpSpPr>
        <a:xfrm>
          <a:off x="0" y="0"/>
          <a:ext cx="0" cy="0"/>
          <a:chOff x="0" y="0"/>
          <a:chExt cx="0" cy="0"/>
        </a:xfrm>
      </p:grpSpPr>
      <p:pic>
        <p:nvPicPr>
          <p:cNvPr descr="Slate-V2-HD-vertPhotoInset.png" id="64" name="Google Shape;64;p10"/>
          <p:cNvPicPr preferRelativeResize="0"/>
          <p:nvPr/>
        </p:nvPicPr>
        <p:blipFill rotWithShape="1">
          <a:blip r:embed="rId2">
            <a:alphaModFix/>
          </a:blip>
          <a:srcRect b="0" l="0" r="0" t="0"/>
          <a:stretch/>
        </p:blipFill>
        <p:spPr>
          <a:xfrm>
            <a:off x="7293665" y="609600"/>
            <a:ext cx="3584166" cy="5204832"/>
          </a:xfrm>
          <a:prstGeom prst="rect">
            <a:avLst/>
          </a:prstGeom>
          <a:noFill/>
          <a:ln>
            <a:noFill/>
          </a:ln>
        </p:spPr>
      </p:pic>
      <p:sp>
        <p:nvSpPr>
          <p:cNvPr id="65" name="Google Shape;65;p10"/>
          <p:cNvSpPr txBox="1"/>
          <p:nvPr>
            <p:ph type="title"/>
          </p:nvPr>
        </p:nvSpPr>
        <p:spPr>
          <a:xfrm>
            <a:off x="913795" y="609923"/>
            <a:ext cx="5934949" cy="1829338"/>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lvl="0" algn="ctr">
              <a:spcBef>
                <a:spcPts val="0"/>
              </a:spcBef>
              <a:spcAft>
                <a:spcPts val="0"/>
              </a:spcAft>
              <a:buClr>
                <a:schemeClr val="lt2"/>
              </a:buClr>
              <a:buSzPts val="3200"/>
              <a:buFont typeface="Lustria"/>
              <a:buNone/>
              <a:defRPr b="0"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p:nvPr>
            <p:ph idx="2" type="pic"/>
          </p:nvPr>
        </p:nvSpPr>
        <p:spPr>
          <a:xfrm>
            <a:off x="7442551" y="763702"/>
            <a:ext cx="3275751" cy="4912822"/>
          </a:xfrm>
          <a:prstGeom prst="rect">
            <a:avLst/>
          </a:prstGeom>
          <a:noFill/>
          <a:ln>
            <a:noFill/>
          </a:ln>
          <a:effectLst>
            <a:outerShdw blurRad="38100" dir="4440000" dist="25400">
              <a:srgbClr val="000000">
                <a:alpha val="35686"/>
              </a:srgbClr>
            </a:outerShdw>
          </a:effectLst>
        </p:spPr>
      </p:sp>
      <p:sp>
        <p:nvSpPr>
          <p:cNvPr id="67" name="Google Shape;67;p10"/>
          <p:cNvSpPr txBox="1"/>
          <p:nvPr>
            <p:ph idx="1" type="body"/>
          </p:nvPr>
        </p:nvSpPr>
        <p:spPr>
          <a:xfrm>
            <a:off x="913795" y="2439261"/>
            <a:ext cx="5934949" cy="3376134"/>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320"/>
              </a:spcBef>
              <a:spcAft>
                <a:spcPts val="0"/>
              </a:spcAft>
              <a:buSzPts val="1120"/>
              <a:buNone/>
              <a:defRPr sz="16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68" name="Google Shape;68;p10"/>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0"/>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1" name="Shape 71"/>
        <p:cNvGrpSpPr/>
        <p:nvPr/>
      </p:nvGrpSpPr>
      <p:grpSpPr>
        <a:xfrm>
          <a:off x="0" y="0"/>
          <a:ext cx="0" cy="0"/>
          <a:chOff x="0" y="0"/>
          <a:chExt cx="0" cy="0"/>
        </a:xfrm>
      </p:grpSpPr>
      <p:pic>
        <p:nvPicPr>
          <p:cNvPr descr="Slate-V2-HD-panoPhotoInset.png" id="72" name="Google Shape;72;p11"/>
          <p:cNvPicPr preferRelativeResize="0"/>
          <p:nvPr/>
        </p:nvPicPr>
        <p:blipFill rotWithShape="1">
          <a:blip r:embed="rId2">
            <a:alphaModFix/>
          </a:blip>
          <a:srcRect b="0" l="0" r="0" t="0"/>
          <a:stretch/>
        </p:blipFill>
        <p:spPr>
          <a:xfrm>
            <a:off x="1013883" y="547807"/>
            <a:ext cx="10141799" cy="3816806"/>
          </a:xfrm>
          <a:prstGeom prst="rect">
            <a:avLst/>
          </a:prstGeom>
          <a:noFill/>
          <a:ln>
            <a:noFill/>
          </a:ln>
        </p:spPr>
      </p:pic>
      <p:sp>
        <p:nvSpPr>
          <p:cNvPr id="73" name="Google Shape;73;p11"/>
          <p:cNvSpPr txBox="1"/>
          <p:nvPr>
            <p:ph type="title"/>
          </p:nvPr>
        </p:nvSpPr>
        <p:spPr>
          <a:xfrm>
            <a:off x="913806" y="4565255"/>
            <a:ext cx="10355326" cy="54347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spcBef>
                <a:spcPts val="0"/>
              </a:spcBef>
              <a:spcAft>
                <a:spcPts val="0"/>
              </a:spcAft>
              <a:buClr>
                <a:schemeClr val="lt2"/>
              </a:buClr>
              <a:buSzPts val="2800"/>
              <a:buFont typeface="Lustria"/>
              <a:buNone/>
              <a:defRPr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1"/>
          <p:cNvSpPr/>
          <p:nvPr>
            <p:ph idx="2" type="pic"/>
          </p:nvPr>
        </p:nvSpPr>
        <p:spPr>
          <a:xfrm>
            <a:off x="1169349" y="695009"/>
            <a:ext cx="9845346" cy="3525671"/>
          </a:xfrm>
          <a:prstGeom prst="rect">
            <a:avLst/>
          </a:prstGeom>
          <a:noFill/>
          <a:ln>
            <a:noFill/>
          </a:ln>
          <a:effectLst>
            <a:outerShdw blurRad="38100" dir="4440000" dist="25400">
              <a:srgbClr val="000000">
                <a:alpha val="35686"/>
              </a:srgbClr>
            </a:outerShdw>
          </a:effectLst>
        </p:spPr>
      </p:sp>
      <p:sp>
        <p:nvSpPr>
          <p:cNvPr id="75" name="Google Shape;75;p11"/>
          <p:cNvSpPr txBox="1"/>
          <p:nvPr>
            <p:ph idx="1" type="body"/>
          </p:nvPr>
        </p:nvSpPr>
        <p:spPr>
          <a:xfrm>
            <a:off x="913795" y="5108728"/>
            <a:ext cx="10353762" cy="682472"/>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76" name="Google Shape;76;p11"/>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1"/>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79" name="Shape 79"/>
        <p:cNvGrpSpPr/>
        <p:nvPr/>
      </p:nvGrpSpPr>
      <p:grpSpPr>
        <a:xfrm>
          <a:off x="0" y="0"/>
          <a:ext cx="0" cy="0"/>
          <a:chOff x="0" y="0"/>
          <a:chExt cx="0" cy="0"/>
        </a:xfrm>
      </p:grpSpPr>
      <p:sp>
        <p:nvSpPr>
          <p:cNvPr id="80" name="Google Shape;80;p12"/>
          <p:cNvSpPr txBox="1"/>
          <p:nvPr>
            <p:ph type="title"/>
          </p:nvPr>
        </p:nvSpPr>
        <p:spPr>
          <a:xfrm>
            <a:off x="913795" y="608437"/>
            <a:ext cx="10353762" cy="3534344"/>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3200"/>
              <a:buFont typeface="Lustria"/>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2"/>
          <p:cNvSpPr txBox="1"/>
          <p:nvPr>
            <p:ph idx="1" type="body"/>
          </p:nvPr>
        </p:nvSpPr>
        <p:spPr>
          <a:xfrm>
            <a:off x="913794" y="4295180"/>
            <a:ext cx="10353763" cy="1501826"/>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indent="-228600" lvl="0" marL="457200" algn="ctr">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82" name="Google Shape;82;p12"/>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2"/>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85" name="Shape 85"/>
        <p:cNvGrpSpPr/>
        <p:nvPr/>
      </p:nvGrpSpPr>
      <p:grpSpPr>
        <a:xfrm>
          <a:off x="0" y="0"/>
          <a:ext cx="0" cy="0"/>
          <a:chOff x="0" y="0"/>
          <a:chExt cx="0" cy="0"/>
        </a:xfrm>
      </p:grpSpPr>
      <p:sp>
        <p:nvSpPr>
          <p:cNvPr id="86" name="Google Shape;86;p13"/>
          <p:cNvSpPr txBox="1"/>
          <p:nvPr>
            <p:ph type="title"/>
          </p:nvPr>
        </p:nvSpPr>
        <p:spPr>
          <a:xfrm>
            <a:off x="1446212" y="609600"/>
            <a:ext cx="9302752" cy="2992904"/>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3200"/>
              <a:buFont typeface="Lustria"/>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3"/>
          <p:cNvSpPr txBox="1"/>
          <p:nvPr>
            <p:ph idx="1" type="body"/>
          </p:nvPr>
        </p:nvSpPr>
        <p:spPr>
          <a:xfrm>
            <a:off x="1720644" y="3610032"/>
            <a:ext cx="8752299" cy="532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r">
              <a:spcBef>
                <a:spcPts val="280"/>
              </a:spcBef>
              <a:spcAft>
                <a:spcPts val="0"/>
              </a:spcAft>
              <a:buSzPts val="980"/>
              <a:buNone/>
              <a:defRPr sz="14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88" name="Google Shape;88;p13"/>
          <p:cNvSpPr txBox="1"/>
          <p:nvPr>
            <p:ph idx="2" type="body"/>
          </p:nvPr>
        </p:nvSpPr>
        <p:spPr>
          <a:xfrm>
            <a:off x="913794" y="4304353"/>
            <a:ext cx="10353763" cy="1489496"/>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indent="-228600" lvl="0" marL="457200" algn="ctr">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89" name="Google Shape;89;p13"/>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3"/>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3"/>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2" name="Google Shape;92;p13"/>
          <p:cNvSpPr txBox="1"/>
          <p:nvPr/>
        </p:nvSpPr>
        <p:spPr>
          <a:xfrm>
            <a:off x="990600" y="88479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lt1"/>
              </a:buClr>
              <a:buSzPts val="8000"/>
              <a:buFont typeface="Lustria"/>
              <a:buNone/>
            </a:pPr>
            <a:r>
              <a:rPr b="0" lang="en-US" sz="8000" cap="none">
                <a:solidFill>
                  <a:schemeClr val="lt1"/>
                </a:solidFill>
                <a:latin typeface="Lustria"/>
                <a:ea typeface="Lustria"/>
                <a:cs typeface="Lustria"/>
                <a:sym typeface="Lustria"/>
              </a:rPr>
              <a:t>“</a:t>
            </a:r>
            <a:endParaRPr/>
          </a:p>
        </p:txBody>
      </p:sp>
      <p:sp>
        <p:nvSpPr>
          <p:cNvPr id="93" name="Google Shape;93;p13"/>
          <p:cNvSpPr txBox="1"/>
          <p:nvPr/>
        </p:nvSpPr>
        <p:spPr>
          <a:xfrm>
            <a:off x="10504716" y="2928258"/>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lt1"/>
              </a:buClr>
              <a:buSzPts val="8000"/>
              <a:buFont typeface="Lustria"/>
              <a:buNone/>
            </a:pPr>
            <a:r>
              <a:rPr b="0" lang="en-US" sz="8000" cap="none">
                <a:solidFill>
                  <a:schemeClr val="lt1"/>
                </a:solidFill>
                <a:latin typeface="Lustria"/>
                <a:ea typeface="Lustria"/>
                <a:cs typeface="Lustria"/>
                <a:sym typeface="Lustria"/>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94" name="Shape 94"/>
        <p:cNvGrpSpPr/>
        <p:nvPr/>
      </p:nvGrpSpPr>
      <p:grpSpPr>
        <a:xfrm>
          <a:off x="0" y="0"/>
          <a:ext cx="0" cy="0"/>
          <a:chOff x="0" y="0"/>
          <a:chExt cx="0" cy="0"/>
        </a:xfrm>
      </p:grpSpPr>
      <p:sp>
        <p:nvSpPr>
          <p:cNvPr id="95" name="Google Shape;95;p14"/>
          <p:cNvSpPr txBox="1"/>
          <p:nvPr>
            <p:ph type="title"/>
          </p:nvPr>
        </p:nvSpPr>
        <p:spPr>
          <a:xfrm>
            <a:off x="913794" y="2126942"/>
            <a:ext cx="10353763" cy="2511835"/>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spcBef>
                <a:spcPts val="0"/>
              </a:spcBef>
              <a:spcAft>
                <a:spcPts val="0"/>
              </a:spcAft>
              <a:buClr>
                <a:schemeClr val="lt2"/>
              </a:buClr>
              <a:buSzPts val="3200"/>
              <a:buFont typeface="Lustria"/>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4"/>
          <p:cNvSpPr txBox="1"/>
          <p:nvPr>
            <p:ph idx="1" type="body"/>
          </p:nvPr>
        </p:nvSpPr>
        <p:spPr>
          <a:xfrm>
            <a:off x="913784" y="4650556"/>
            <a:ext cx="10352199" cy="1140644"/>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97" name="Google Shape;97;p14"/>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4"/>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4"/>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0" name="Shape 100"/>
        <p:cNvGrpSpPr/>
        <p:nvPr/>
      </p:nvGrpSpPr>
      <p:grpSpPr>
        <a:xfrm>
          <a:off x="0" y="0"/>
          <a:ext cx="0" cy="0"/>
          <a:chOff x="0" y="0"/>
          <a:chExt cx="0" cy="0"/>
        </a:xfrm>
      </p:grpSpPr>
      <p:sp>
        <p:nvSpPr>
          <p:cNvPr id="101" name="Google Shape;101;p15"/>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5"/>
          <p:cNvSpPr txBox="1"/>
          <p:nvPr>
            <p:ph idx="1" type="body"/>
          </p:nvPr>
        </p:nvSpPr>
        <p:spPr>
          <a:xfrm>
            <a:off x="913795" y="1885950"/>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80"/>
              </a:spcBef>
              <a:spcAft>
                <a:spcPts val="0"/>
              </a:spcAft>
              <a:buSzPts val="1680"/>
              <a:buNone/>
              <a:defRPr b="0" sz="24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03" name="Google Shape;103;p15"/>
          <p:cNvSpPr txBox="1"/>
          <p:nvPr>
            <p:ph idx="2" type="body"/>
          </p:nvPr>
        </p:nvSpPr>
        <p:spPr>
          <a:xfrm>
            <a:off x="913795" y="2571750"/>
            <a:ext cx="3300984" cy="321945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04" name="Google Shape;104;p15"/>
          <p:cNvSpPr txBox="1"/>
          <p:nvPr>
            <p:ph idx="3" type="body"/>
          </p:nvPr>
        </p:nvSpPr>
        <p:spPr>
          <a:xfrm>
            <a:off x="4446711" y="1885950"/>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80"/>
              </a:spcBef>
              <a:spcAft>
                <a:spcPts val="0"/>
              </a:spcAft>
              <a:buSzPts val="1680"/>
              <a:buNone/>
              <a:defRPr b="0" sz="24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05" name="Google Shape;105;p15"/>
          <p:cNvSpPr txBox="1"/>
          <p:nvPr>
            <p:ph idx="4" type="body"/>
          </p:nvPr>
        </p:nvSpPr>
        <p:spPr>
          <a:xfrm>
            <a:off x="4441435" y="2571750"/>
            <a:ext cx="3300984" cy="321945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06" name="Google Shape;106;p15"/>
          <p:cNvSpPr txBox="1"/>
          <p:nvPr>
            <p:ph idx="5" type="body"/>
          </p:nvPr>
        </p:nvSpPr>
        <p:spPr>
          <a:xfrm>
            <a:off x="7966572" y="1885950"/>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80"/>
              </a:spcBef>
              <a:spcAft>
                <a:spcPts val="0"/>
              </a:spcAft>
              <a:buSzPts val="1680"/>
              <a:buNone/>
              <a:defRPr b="0" sz="24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07" name="Google Shape;107;p15"/>
          <p:cNvSpPr txBox="1"/>
          <p:nvPr>
            <p:ph idx="6" type="body"/>
          </p:nvPr>
        </p:nvSpPr>
        <p:spPr>
          <a:xfrm>
            <a:off x="7966572" y="2571750"/>
            <a:ext cx="3300984" cy="321945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08" name="Google Shape;108;p15"/>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5"/>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15"/>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1" name="Shape 111"/>
        <p:cNvGrpSpPr/>
        <p:nvPr/>
      </p:nvGrpSpPr>
      <p:grpSpPr>
        <a:xfrm>
          <a:off x="0" y="0"/>
          <a:ext cx="0" cy="0"/>
          <a:chOff x="0" y="0"/>
          <a:chExt cx="0" cy="0"/>
        </a:xfrm>
      </p:grpSpPr>
      <p:pic>
        <p:nvPicPr>
          <p:cNvPr descr="Slate-V2-HD-3colPhotoInset.png" id="112" name="Google Shape;112;p16"/>
          <p:cNvPicPr preferRelativeResize="0"/>
          <p:nvPr/>
        </p:nvPicPr>
        <p:blipFill rotWithShape="1">
          <a:blip r:embed="rId2">
            <a:alphaModFix/>
          </a:blip>
          <a:srcRect b="0" l="0" r="0" t="0"/>
          <a:stretch/>
        </p:blipFill>
        <p:spPr>
          <a:xfrm>
            <a:off x="897962" y="1818214"/>
            <a:ext cx="3339972" cy="1847851"/>
          </a:xfrm>
          <a:prstGeom prst="rect">
            <a:avLst/>
          </a:prstGeom>
          <a:noFill/>
          <a:ln>
            <a:noFill/>
          </a:ln>
        </p:spPr>
      </p:pic>
      <p:pic>
        <p:nvPicPr>
          <p:cNvPr descr="Slate-V2-HD-3colPhotoInset.png" id="113" name="Google Shape;113;p16"/>
          <p:cNvPicPr preferRelativeResize="0"/>
          <p:nvPr/>
        </p:nvPicPr>
        <p:blipFill rotWithShape="1">
          <a:blip r:embed="rId2">
            <a:alphaModFix/>
          </a:blip>
          <a:srcRect b="0" l="0" r="0" t="0"/>
          <a:stretch/>
        </p:blipFill>
        <p:spPr>
          <a:xfrm>
            <a:off x="4403800" y="1818214"/>
            <a:ext cx="3339972" cy="1847851"/>
          </a:xfrm>
          <a:prstGeom prst="rect">
            <a:avLst/>
          </a:prstGeom>
          <a:noFill/>
          <a:ln>
            <a:noFill/>
          </a:ln>
        </p:spPr>
      </p:pic>
      <p:pic>
        <p:nvPicPr>
          <p:cNvPr descr="Slate-V2-HD-3colPhotoInset.png" id="114" name="Google Shape;114;p16"/>
          <p:cNvPicPr preferRelativeResize="0"/>
          <p:nvPr/>
        </p:nvPicPr>
        <p:blipFill rotWithShape="1">
          <a:blip r:embed="rId2">
            <a:alphaModFix/>
          </a:blip>
          <a:srcRect b="0" l="0" r="0" t="0"/>
          <a:stretch/>
        </p:blipFill>
        <p:spPr>
          <a:xfrm>
            <a:off x="7936051" y="1818214"/>
            <a:ext cx="3339972" cy="1847851"/>
          </a:xfrm>
          <a:prstGeom prst="rect">
            <a:avLst/>
          </a:prstGeom>
          <a:noFill/>
          <a:ln>
            <a:noFill/>
          </a:ln>
        </p:spPr>
      </p:pic>
      <p:sp>
        <p:nvSpPr>
          <p:cNvPr id="115" name="Google Shape;115;p16"/>
          <p:cNvSpPr txBox="1"/>
          <p:nvPr>
            <p:ph type="title"/>
          </p:nvPr>
        </p:nvSpPr>
        <p:spPr>
          <a:xfrm>
            <a:off x="913794" y="609600"/>
            <a:ext cx="10353763"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16"/>
          <p:cNvSpPr txBox="1"/>
          <p:nvPr>
            <p:ph idx="1" type="body"/>
          </p:nvPr>
        </p:nvSpPr>
        <p:spPr>
          <a:xfrm>
            <a:off x="913795" y="3904106"/>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00"/>
              </a:spcBef>
              <a:spcAft>
                <a:spcPts val="0"/>
              </a:spcAft>
              <a:buSzPts val="1400"/>
              <a:buNone/>
              <a:defRPr b="0" sz="20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17" name="Google Shape;117;p16"/>
          <p:cNvSpPr/>
          <p:nvPr>
            <p:ph idx="2" type="pic"/>
          </p:nvPr>
        </p:nvSpPr>
        <p:spPr>
          <a:xfrm>
            <a:off x="1018102" y="1938918"/>
            <a:ext cx="3092368" cy="1602954"/>
          </a:xfrm>
          <a:prstGeom prst="roundRect">
            <a:avLst>
              <a:gd fmla="val 1858" name="adj"/>
            </a:avLst>
          </a:prstGeom>
          <a:noFill/>
          <a:ln>
            <a:noFill/>
          </a:ln>
          <a:effectLst>
            <a:outerShdw blurRad="38100" dir="4440000" dist="25400">
              <a:srgbClr val="000000">
                <a:alpha val="35686"/>
              </a:srgbClr>
            </a:outerShdw>
          </a:effectLst>
        </p:spPr>
      </p:sp>
      <p:sp>
        <p:nvSpPr>
          <p:cNvPr id="118" name="Google Shape;118;p16"/>
          <p:cNvSpPr txBox="1"/>
          <p:nvPr>
            <p:ph idx="3" type="body"/>
          </p:nvPr>
        </p:nvSpPr>
        <p:spPr>
          <a:xfrm>
            <a:off x="913795" y="4480368"/>
            <a:ext cx="3300984" cy="1310833"/>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19" name="Google Shape;119;p16"/>
          <p:cNvSpPr txBox="1"/>
          <p:nvPr>
            <p:ph idx="4" type="body"/>
          </p:nvPr>
        </p:nvSpPr>
        <p:spPr>
          <a:xfrm>
            <a:off x="4442788" y="3904106"/>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00"/>
              </a:spcBef>
              <a:spcAft>
                <a:spcPts val="0"/>
              </a:spcAft>
              <a:buSzPts val="1400"/>
              <a:buNone/>
              <a:defRPr b="0" sz="20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20" name="Google Shape;120;p16"/>
          <p:cNvSpPr/>
          <p:nvPr>
            <p:ph idx="5" type="pic"/>
          </p:nvPr>
        </p:nvSpPr>
        <p:spPr>
          <a:xfrm>
            <a:off x="4545743" y="1939094"/>
            <a:ext cx="3092368" cy="1608164"/>
          </a:xfrm>
          <a:prstGeom prst="roundRect">
            <a:avLst>
              <a:gd fmla="val 1858" name="adj"/>
            </a:avLst>
          </a:prstGeom>
          <a:noFill/>
          <a:ln>
            <a:noFill/>
          </a:ln>
          <a:effectLst>
            <a:outerShdw blurRad="38100" dir="4440000" dist="25400">
              <a:srgbClr val="000000">
                <a:alpha val="35686"/>
              </a:srgbClr>
            </a:outerShdw>
          </a:effectLst>
        </p:spPr>
      </p:sp>
      <p:sp>
        <p:nvSpPr>
          <p:cNvPr id="121" name="Google Shape;121;p16"/>
          <p:cNvSpPr txBox="1"/>
          <p:nvPr>
            <p:ph idx="6" type="body"/>
          </p:nvPr>
        </p:nvSpPr>
        <p:spPr>
          <a:xfrm>
            <a:off x="4441435" y="4480367"/>
            <a:ext cx="3300984" cy="1310833"/>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22" name="Google Shape;122;p16"/>
          <p:cNvSpPr txBox="1"/>
          <p:nvPr>
            <p:ph idx="7" type="body"/>
          </p:nvPr>
        </p:nvSpPr>
        <p:spPr>
          <a:xfrm>
            <a:off x="7966697" y="3904106"/>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00"/>
              </a:spcBef>
              <a:spcAft>
                <a:spcPts val="0"/>
              </a:spcAft>
              <a:buSzPts val="1400"/>
              <a:buNone/>
              <a:defRPr b="0" sz="20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23" name="Google Shape;123;p16"/>
          <p:cNvSpPr/>
          <p:nvPr>
            <p:ph idx="8" type="pic"/>
          </p:nvPr>
        </p:nvSpPr>
        <p:spPr>
          <a:xfrm>
            <a:off x="8075698" y="1934432"/>
            <a:ext cx="3092368" cy="1607294"/>
          </a:xfrm>
          <a:prstGeom prst="roundRect">
            <a:avLst>
              <a:gd fmla="val 1858" name="adj"/>
            </a:avLst>
          </a:prstGeom>
          <a:noFill/>
          <a:ln>
            <a:noFill/>
          </a:ln>
          <a:effectLst>
            <a:outerShdw blurRad="38100" dir="4440000" dist="25400">
              <a:srgbClr val="000000">
                <a:alpha val="35686"/>
              </a:srgbClr>
            </a:outerShdw>
          </a:effectLst>
        </p:spPr>
      </p:sp>
      <p:sp>
        <p:nvSpPr>
          <p:cNvPr id="124" name="Google Shape;124;p16"/>
          <p:cNvSpPr txBox="1"/>
          <p:nvPr>
            <p:ph idx="9" type="body"/>
          </p:nvPr>
        </p:nvSpPr>
        <p:spPr>
          <a:xfrm>
            <a:off x="7966572" y="4480365"/>
            <a:ext cx="3300984" cy="1310835"/>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25" name="Google Shape;125;p16"/>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16"/>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6"/>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8" name="Shape 128"/>
        <p:cNvGrpSpPr/>
        <p:nvPr/>
      </p:nvGrpSpPr>
      <p:grpSpPr>
        <a:xfrm>
          <a:off x="0" y="0"/>
          <a:ext cx="0" cy="0"/>
          <a:chOff x="0" y="0"/>
          <a:chExt cx="0" cy="0"/>
        </a:xfrm>
      </p:grpSpPr>
      <p:sp>
        <p:nvSpPr>
          <p:cNvPr id="129" name="Google Shape;129;p17"/>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17"/>
          <p:cNvSpPr txBox="1"/>
          <p:nvPr>
            <p:ph idx="1" type="body"/>
          </p:nvPr>
        </p:nvSpPr>
        <p:spPr>
          <a:xfrm rot="5400000">
            <a:off x="4061301" y="-1415056"/>
            <a:ext cx="4058751" cy="10353762"/>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10" lvl="7" marL="3657600" algn="l">
              <a:spcBef>
                <a:spcPts val="600"/>
              </a:spcBef>
              <a:spcAft>
                <a:spcPts val="0"/>
              </a:spcAft>
              <a:buSzPts val="1260"/>
              <a:buChar char="◈"/>
              <a:defRPr/>
            </a:lvl8pPr>
            <a:lvl9pPr indent="-308610" lvl="8" marL="4114800" algn="l">
              <a:spcBef>
                <a:spcPts val="600"/>
              </a:spcBef>
              <a:spcAft>
                <a:spcPts val="600"/>
              </a:spcAft>
              <a:buSzPts val="1260"/>
              <a:buChar char="◈"/>
              <a:defRPr/>
            </a:lvl9pPr>
          </a:lstStyle>
          <a:p/>
        </p:txBody>
      </p:sp>
      <p:sp>
        <p:nvSpPr>
          <p:cNvPr id="131" name="Google Shape;131;p17"/>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17"/>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17"/>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4" name="Shape 134"/>
        <p:cNvGrpSpPr/>
        <p:nvPr/>
      </p:nvGrpSpPr>
      <p:grpSpPr>
        <a:xfrm>
          <a:off x="0" y="0"/>
          <a:ext cx="0" cy="0"/>
          <a:chOff x="0" y="0"/>
          <a:chExt cx="0" cy="0"/>
        </a:xfrm>
      </p:grpSpPr>
      <p:sp>
        <p:nvSpPr>
          <p:cNvPr id="135" name="Google Shape;135;p18"/>
          <p:cNvSpPr txBox="1"/>
          <p:nvPr>
            <p:ph type="title"/>
          </p:nvPr>
        </p:nvSpPr>
        <p:spPr>
          <a:xfrm rot="5400000">
            <a:off x="7534511" y="2058156"/>
            <a:ext cx="5181601" cy="2284487"/>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l">
              <a:spcBef>
                <a:spcPts val="0"/>
              </a:spcBef>
              <a:spcAft>
                <a:spcPts val="0"/>
              </a:spcAft>
              <a:buClr>
                <a:schemeClr val="lt2"/>
              </a:buClr>
              <a:buSzPts val="4000"/>
              <a:buFont typeface="Lustria"/>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18"/>
          <p:cNvSpPr txBox="1"/>
          <p:nvPr>
            <p:ph idx="1" type="body"/>
          </p:nvPr>
        </p:nvSpPr>
        <p:spPr>
          <a:xfrm rot="5400000">
            <a:off x="2281431" y="-758036"/>
            <a:ext cx="5181601" cy="7916872"/>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10" lvl="7" marL="3657600" algn="l">
              <a:spcBef>
                <a:spcPts val="600"/>
              </a:spcBef>
              <a:spcAft>
                <a:spcPts val="0"/>
              </a:spcAft>
              <a:buSzPts val="1260"/>
              <a:buChar char="◈"/>
              <a:defRPr/>
            </a:lvl8pPr>
            <a:lvl9pPr indent="-308610" lvl="8" marL="4114800" algn="l">
              <a:spcBef>
                <a:spcPts val="600"/>
              </a:spcBef>
              <a:spcAft>
                <a:spcPts val="600"/>
              </a:spcAft>
              <a:buSzPts val="1260"/>
              <a:buChar char="◈"/>
              <a:defRPr/>
            </a:lvl9pPr>
          </a:lstStyle>
          <a:p/>
        </p:txBody>
      </p:sp>
      <p:sp>
        <p:nvSpPr>
          <p:cNvPr id="137" name="Google Shape;137;p18"/>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18"/>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18"/>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FA8DC"/>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marR="0" rtl="0" algn="ctr">
              <a:spcBef>
                <a:spcPts val="0"/>
              </a:spcBef>
              <a:spcAft>
                <a:spcPts val="0"/>
              </a:spcAft>
              <a:buSzPts val="4000"/>
              <a:buFont typeface="Lustria"/>
              <a:buNone/>
              <a:defRPr b="0" i="0" sz="4000" u="none" cap="none" strike="noStrike">
                <a:latin typeface="Lustria"/>
                <a:ea typeface="Lustria"/>
                <a:cs typeface="Lustria"/>
                <a:sym typeface="Lustria"/>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7" name="Google Shape;7;p1"/>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17500" lvl="0" marL="457200" marR="0" rtl="0" algn="l">
              <a:spcBef>
                <a:spcPts val="400"/>
              </a:spcBef>
              <a:spcAft>
                <a:spcPts val="0"/>
              </a:spcAft>
              <a:buSzPts val="1400"/>
              <a:buFont typeface="Noto Sans Symbols"/>
              <a:buChar char="◈"/>
              <a:defRPr b="0" i="0" sz="2000" u="none" cap="none" strike="noStrike">
                <a:latin typeface="Lustria"/>
                <a:ea typeface="Lustria"/>
                <a:cs typeface="Lustria"/>
                <a:sym typeface="Lustria"/>
              </a:defRPr>
            </a:lvl1pPr>
            <a:lvl2pPr indent="-308610" lvl="1" marL="914400" marR="0" rtl="0" algn="l">
              <a:spcBef>
                <a:spcPts val="600"/>
              </a:spcBef>
              <a:spcAft>
                <a:spcPts val="0"/>
              </a:spcAft>
              <a:buSzPts val="1260"/>
              <a:buFont typeface="Noto Sans Symbols"/>
              <a:buChar char="🞚"/>
              <a:defRPr b="0" i="0" sz="1800" u="none" cap="none" strike="noStrike">
                <a:latin typeface="Lustria"/>
                <a:ea typeface="Lustria"/>
                <a:cs typeface="Lustria"/>
                <a:sym typeface="Lustria"/>
              </a:defRPr>
            </a:lvl2pPr>
            <a:lvl3pPr indent="-299720" lvl="2" marL="1371600" marR="0" rtl="0" algn="l">
              <a:spcBef>
                <a:spcPts val="600"/>
              </a:spcBef>
              <a:spcAft>
                <a:spcPts val="0"/>
              </a:spcAft>
              <a:buSzPts val="1120"/>
              <a:buFont typeface="Noto Sans Symbols"/>
              <a:buChar char="◈"/>
              <a:defRPr b="0" i="0" sz="1600" u="none" cap="none" strike="noStrike">
                <a:latin typeface="Lustria"/>
                <a:ea typeface="Lustria"/>
                <a:cs typeface="Lustria"/>
                <a:sym typeface="Lustria"/>
              </a:defRPr>
            </a:lvl3pPr>
            <a:lvl4pPr indent="-290830" lvl="3" marL="1828800" marR="0" rtl="0" algn="l">
              <a:spcBef>
                <a:spcPts val="600"/>
              </a:spcBef>
              <a:spcAft>
                <a:spcPts val="0"/>
              </a:spcAft>
              <a:buSzPts val="980"/>
              <a:buFont typeface="Noto Sans Symbols"/>
              <a:buChar char="🞚"/>
              <a:defRPr b="0" i="0" sz="1400" u="none" cap="none" strike="noStrike">
                <a:latin typeface="Lustria"/>
                <a:ea typeface="Lustria"/>
                <a:cs typeface="Lustria"/>
                <a:sym typeface="Lustria"/>
              </a:defRPr>
            </a:lvl4pPr>
            <a:lvl5pPr indent="-290830" lvl="4" marL="2286000" marR="0" rtl="0" algn="l">
              <a:spcBef>
                <a:spcPts val="600"/>
              </a:spcBef>
              <a:spcAft>
                <a:spcPts val="0"/>
              </a:spcAft>
              <a:buSzPts val="980"/>
              <a:buFont typeface="Noto Sans Symbols"/>
              <a:buChar char="◈"/>
              <a:defRPr b="0" i="0" sz="1400" u="none" cap="none" strike="noStrike">
                <a:latin typeface="Lustria"/>
                <a:ea typeface="Lustria"/>
                <a:cs typeface="Lustria"/>
                <a:sym typeface="Lustria"/>
              </a:defRPr>
            </a:lvl5pPr>
            <a:lvl6pPr indent="-290830" lvl="5" marL="2743200" marR="0" rtl="0" algn="l">
              <a:spcBef>
                <a:spcPts val="600"/>
              </a:spcBef>
              <a:spcAft>
                <a:spcPts val="0"/>
              </a:spcAft>
              <a:buSzPts val="980"/>
              <a:buFont typeface="Noto Sans Symbols"/>
              <a:buChar char="◈"/>
              <a:defRPr b="0" i="0" sz="1400" u="none" cap="none" strike="noStrike">
                <a:latin typeface="Lustria"/>
                <a:ea typeface="Lustria"/>
                <a:cs typeface="Lustria"/>
                <a:sym typeface="Lustria"/>
              </a:defRPr>
            </a:lvl6pPr>
            <a:lvl7pPr indent="-290830" lvl="6" marL="3200400" marR="0" rtl="0" algn="l">
              <a:spcBef>
                <a:spcPts val="600"/>
              </a:spcBef>
              <a:spcAft>
                <a:spcPts val="0"/>
              </a:spcAft>
              <a:buSzPts val="980"/>
              <a:buFont typeface="Noto Sans Symbols"/>
              <a:buChar char="◈"/>
              <a:defRPr b="0" i="0" sz="1400" u="none" cap="none" strike="noStrike">
                <a:latin typeface="Lustria"/>
                <a:ea typeface="Lustria"/>
                <a:cs typeface="Lustria"/>
                <a:sym typeface="Lustria"/>
              </a:defRPr>
            </a:lvl7pPr>
            <a:lvl8pPr indent="-290830" lvl="7" marL="3657600" marR="0" rtl="0" algn="l">
              <a:spcBef>
                <a:spcPts val="600"/>
              </a:spcBef>
              <a:spcAft>
                <a:spcPts val="0"/>
              </a:spcAft>
              <a:buSzPts val="980"/>
              <a:buFont typeface="Noto Sans Symbols"/>
              <a:buChar char="◈"/>
              <a:defRPr b="0" i="0" sz="1400" u="none" cap="none" strike="noStrike">
                <a:latin typeface="Lustria"/>
                <a:ea typeface="Lustria"/>
                <a:cs typeface="Lustria"/>
                <a:sym typeface="Lustria"/>
              </a:defRPr>
            </a:lvl8pPr>
            <a:lvl9pPr indent="-290830" lvl="8" marL="4114800" marR="0" rtl="0" algn="l">
              <a:spcBef>
                <a:spcPts val="600"/>
              </a:spcBef>
              <a:spcAft>
                <a:spcPts val="600"/>
              </a:spcAft>
              <a:buSzPts val="980"/>
              <a:buFont typeface="Noto Sans Symbols"/>
              <a:buChar char="◈"/>
              <a:defRPr b="0" i="0" sz="1400" u="none" cap="none" strike="noStrike">
                <a:latin typeface="Lustria"/>
                <a:ea typeface="Lustria"/>
                <a:cs typeface="Lustria"/>
                <a:sym typeface="Lustria"/>
              </a:defRPr>
            </a:lvl9pPr>
          </a:lstStyle>
          <a:p/>
        </p:txBody>
      </p:sp>
      <p:sp>
        <p:nvSpPr>
          <p:cNvPr id="8" name="Google Shape;8;p1"/>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Clr>
                <a:schemeClr val="dk1"/>
              </a:buClr>
              <a:buSzPts val="1400"/>
              <a:buNone/>
              <a:defRPr b="0" i="0" sz="1000" u="none" cap="none" strike="noStrike">
                <a:solidFill>
                  <a:schemeClr val="dk1"/>
                </a:solidFill>
                <a:latin typeface="Lustria"/>
                <a:ea typeface="Lustria"/>
                <a:cs typeface="Lustria"/>
                <a:sym typeface="Lustria"/>
              </a:defRPr>
            </a:lvl1pPr>
            <a:lvl2pPr lvl="1"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2pPr>
            <a:lvl3pPr lvl="2"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3pPr>
            <a:lvl4pPr lvl="3"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4pPr>
            <a:lvl5pPr lvl="4"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5pPr>
            <a:lvl6pPr lvl="5"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6pPr>
            <a:lvl7pPr lvl="6"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7pPr>
            <a:lvl8pPr lvl="7"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8pPr>
            <a:lvl9pPr lvl="8"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9pPr>
          </a:lstStyle>
          <a:p/>
        </p:txBody>
      </p:sp>
      <p:sp>
        <p:nvSpPr>
          <p:cNvPr id="9" name="Google Shape;9;p1"/>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latin typeface="Lustria"/>
                <a:ea typeface="Lustria"/>
                <a:cs typeface="Lustria"/>
                <a:sym typeface="Lustria"/>
              </a:defRPr>
            </a:lvl1pPr>
            <a:lvl2pPr lvl="1"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2pPr>
            <a:lvl3pPr lvl="2"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3pPr>
            <a:lvl4pPr lvl="3"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4pPr>
            <a:lvl5pPr lvl="4"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5pPr>
            <a:lvl6pPr lvl="5"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6pPr>
            <a:lvl7pPr lvl="6"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7pPr>
            <a:lvl8pPr lvl="7"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8pPr>
            <a:lvl9pPr lvl="8"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9pPr>
          </a:lstStyle>
          <a:p/>
        </p:txBody>
      </p:sp>
      <p:sp>
        <p:nvSpPr>
          <p:cNvPr id="10" name="Google Shape;10;p1"/>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rgbClr val="F2F2F2"/>
                </a:solidFill>
                <a:latin typeface="Lustria"/>
                <a:ea typeface="Lustria"/>
                <a:cs typeface="Lustria"/>
                <a:sym typeface="Lustria"/>
              </a:defRPr>
            </a:lvl1pPr>
            <a:lvl2pPr indent="0" lvl="1" marL="0" marR="0" rtl="0" algn="r">
              <a:spcBef>
                <a:spcPts val="0"/>
              </a:spcBef>
              <a:buNone/>
              <a:defRPr b="0" i="0" sz="1000" u="none" cap="none" strike="noStrike">
                <a:solidFill>
                  <a:srgbClr val="F2F2F2"/>
                </a:solidFill>
                <a:latin typeface="Lustria"/>
                <a:ea typeface="Lustria"/>
                <a:cs typeface="Lustria"/>
                <a:sym typeface="Lustria"/>
              </a:defRPr>
            </a:lvl2pPr>
            <a:lvl3pPr indent="0" lvl="2" marL="0" marR="0" rtl="0" algn="r">
              <a:spcBef>
                <a:spcPts val="0"/>
              </a:spcBef>
              <a:buNone/>
              <a:defRPr b="0" i="0" sz="1000" u="none" cap="none" strike="noStrike">
                <a:solidFill>
                  <a:srgbClr val="F2F2F2"/>
                </a:solidFill>
                <a:latin typeface="Lustria"/>
                <a:ea typeface="Lustria"/>
                <a:cs typeface="Lustria"/>
                <a:sym typeface="Lustria"/>
              </a:defRPr>
            </a:lvl3pPr>
            <a:lvl4pPr indent="0" lvl="3" marL="0" marR="0" rtl="0" algn="r">
              <a:spcBef>
                <a:spcPts val="0"/>
              </a:spcBef>
              <a:buNone/>
              <a:defRPr b="0" i="0" sz="1000" u="none" cap="none" strike="noStrike">
                <a:solidFill>
                  <a:srgbClr val="F2F2F2"/>
                </a:solidFill>
                <a:latin typeface="Lustria"/>
                <a:ea typeface="Lustria"/>
                <a:cs typeface="Lustria"/>
                <a:sym typeface="Lustria"/>
              </a:defRPr>
            </a:lvl4pPr>
            <a:lvl5pPr indent="0" lvl="4" marL="0" marR="0" rtl="0" algn="r">
              <a:spcBef>
                <a:spcPts val="0"/>
              </a:spcBef>
              <a:buNone/>
              <a:defRPr b="0" i="0" sz="1000" u="none" cap="none" strike="noStrike">
                <a:solidFill>
                  <a:srgbClr val="F2F2F2"/>
                </a:solidFill>
                <a:latin typeface="Lustria"/>
                <a:ea typeface="Lustria"/>
                <a:cs typeface="Lustria"/>
                <a:sym typeface="Lustria"/>
              </a:defRPr>
            </a:lvl5pPr>
            <a:lvl6pPr indent="0" lvl="5" marL="0" marR="0" rtl="0" algn="r">
              <a:spcBef>
                <a:spcPts val="0"/>
              </a:spcBef>
              <a:buNone/>
              <a:defRPr b="0" i="0" sz="1000" u="none" cap="none" strike="noStrike">
                <a:solidFill>
                  <a:srgbClr val="F2F2F2"/>
                </a:solidFill>
                <a:latin typeface="Lustria"/>
                <a:ea typeface="Lustria"/>
                <a:cs typeface="Lustria"/>
                <a:sym typeface="Lustria"/>
              </a:defRPr>
            </a:lvl6pPr>
            <a:lvl7pPr indent="0" lvl="6" marL="0" marR="0" rtl="0" algn="r">
              <a:spcBef>
                <a:spcPts val="0"/>
              </a:spcBef>
              <a:buNone/>
              <a:defRPr b="0" i="0" sz="1000" u="none" cap="none" strike="noStrike">
                <a:solidFill>
                  <a:srgbClr val="F2F2F2"/>
                </a:solidFill>
                <a:latin typeface="Lustria"/>
                <a:ea typeface="Lustria"/>
                <a:cs typeface="Lustria"/>
                <a:sym typeface="Lustria"/>
              </a:defRPr>
            </a:lvl7pPr>
            <a:lvl8pPr indent="0" lvl="7" marL="0" marR="0" rtl="0" algn="r">
              <a:spcBef>
                <a:spcPts val="0"/>
              </a:spcBef>
              <a:buNone/>
              <a:defRPr b="0" i="0" sz="1000" u="none" cap="none" strike="noStrike">
                <a:solidFill>
                  <a:srgbClr val="F2F2F2"/>
                </a:solidFill>
                <a:latin typeface="Lustria"/>
                <a:ea typeface="Lustria"/>
                <a:cs typeface="Lustria"/>
                <a:sym typeface="Lustria"/>
              </a:defRPr>
            </a:lvl8pPr>
            <a:lvl9pPr indent="0" lvl="8" marL="0" marR="0" rtl="0" algn="r">
              <a:spcBef>
                <a:spcPts val="0"/>
              </a:spcBef>
              <a:buNone/>
              <a:defRPr b="0" i="0" sz="1000" u="none" cap="none" strike="noStrike">
                <a:solidFill>
                  <a:srgbClr val="F2F2F2"/>
                </a:solidFill>
                <a:latin typeface="Lustria"/>
                <a:ea typeface="Lustria"/>
                <a:cs typeface="Lustria"/>
                <a:sym typeface="Lustri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faadronezone.faa.gov/#/" TargetMode="External"/><Relationship Id="rId4" Type="http://schemas.openxmlformats.org/officeDocument/2006/relationships/image" Target="../media/image7.jpg"/><Relationship Id="rId5"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1.jp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8.jpg"/><Relationship Id="rId4" Type="http://schemas.openxmlformats.org/officeDocument/2006/relationships/hyperlink" Target="https://www.aviationweather.gov/" TargetMode="External"/><Relationship Id="rId9" Type="http://schemas.openxmlformats.org/officeDocument/2006/relationships/hyperlink" Target="https://www.aviationweather.gov/metar" TargetMode="External"/><Relationship Id="rId5" Type="http://schemas.openxmlformats.org/officeDocument/2006/relationships/hyperlink" Target="http://vfrmap.com/" TargetMode="External"/><Relationship Id="rId6" Type="http://schemas.openxmlformats.org/officeDocument/2006/relationships/hyperlink" Target="https://tfr.faa.gov/tfr2/list.html" TargetMode="External"/><Relationship Id="rId7" Type="http://schemas.openxmlformats.org/officeDocument/2006/relationships/hyperlink" Target="https://www.notams.faa.gov/dinsQueryWeb/" TargetMode="External"/><Relationship Id="rId8" Type="http://schemas.openxmlformats.org/officeDocument/2006/relationships/hyperlink" Target="https://www.1800wxbrief.com/Websit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2.png"/><Relationship Id="rId5" Type="http://schemas.openxmlformats.org/officeDocument/2006/relationships/image" Target="../media/image19.png"/><Relationship Id="rId6" Type="http://schemas.openxmlformats.org/officeDocument/2006/relationships/image" Target="../media/image10.png"/><Relationship Id="rId7"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2.png"/><Relationship Id="rId4" Type="http://schemas.openxmlformats.org/officeDocument/2006/relationships/image" Target="../media/image4.png"/><Relationship Id="rId5" Type="http://schemas.openxmlformats.org/officeDocument/2006/relationships/image" Target="../media/image5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www.faa.gov/uas/getting_started/registration/" TargetMode="External"/><Relationship Id="rId4" Type="http://schemas.openxmlformats.org/officeDocument/2006/relationships/hyperlink" Target="https://www.faa.gov/uas/getting_started/registration/" TargetMode="External"/><Relationship Id="rId5" Type="http://schemas.openxmlformats.org/officeDocument/2006/relationships/hyperlink" Target="https://www.faa.gov/uas/getting_started/registration/" TargetMode="External"/><Relationship Id="rId6" Type="http://schemas.openxmlformats.org/officeDocument/2006/relationships/image" Target="../media/image2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2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2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2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43.jpg"/></Relationships>
</file>

<file path=ppt/slides/_rels/slide22.xml.rels><?xml version="1.0" encoding="UTF-8" standalone="yes"?><Relationships xmlns="http://schemas.openxmlformats.org/package/2006/relationships"><Relationship Id="rId11" Type="http://schemas.openxmlformats.org/officeDocument/2006/relationships/image" Target="../media/image38.png"/><Relationship Id="rId10" Type="http://schemas.openxmlformats.org/officeDocument/2006/relationships/image" Target="../media/image35.png"/><Relationship Id="rId12" Type="http://schemas.openxmlformats.org/officeDocument/2006/relationships/image" Target="../media/image36.png"/><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hyperlink" Target="https://www.ecfr.gov/current/title-14/chapter-I/subchapter-F/part-91/subpart-B/subject-group-ECFRe4c59b5f5506932/section-91.113" TargetMode="External"/><Relationship Id="rId9" Type="http://schemas.openxmlformats.org/officeDocument/2006/relationships/image" Target="../media/image42.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9.png"/><Relationship Id="rId8"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2.jpg"/><Relationship Id="rId4" Type="http://schemas.openxmlformats.org/officeDocument/2006/relationships/image" Target="../media/image5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image" Target="../media/image37.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image" Target="../media/image5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png"/><Relationship Id="rId4" Type="http://schemas.openxmlformats.org/officeDocument/2006/relationships/image" Target="../media/image40.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png"/><Relationship Id="rId4" Type="http://schemas.openxmlformats.org/officeDocument/2006/relationships/image" Target="../media/image5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hyperlink" Target="https://www.ecfr.gov/current/title-14/section-107.29#p-107.29(d)" TargetMode="External"/><Relationship Id="rId4" Type="http://schemas.openxmlformats.org/officeDocument/2006/relationships/hyperlink" Target="https://www.ecfr.gov/current/title-14/section-107.65"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hyperlink" Target="https://www.ecfr.gov/current/title-14/part-107/subpart-D"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48.jpg"/><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hyperlink" Target="https://www.ecfr.gov/current/title-14/section-107.120#p-107.120(a)" TargetMode="External"/><Relationship Id="rId4" Type="http://schemas.openxmlformats.org/officeDocument/2006/relationships/hyperlink" Target="https://www.ecfr.gov/current/title-14/section-107.160" TargetMode="External"/><Relationship Id="rId5" Type="http://schemas.openxmlformats.org/officeDocument/2006/relationships/hyperlink" Target="https://www.ecfr.gov/current/title-14/section-107.120#p-107.120(b)(1)" TargetMode="External"/><Relationship Id="rId6" Type="http://schemas.openxmlformats.org/officeDocument/2006/relationships/hyperlink" Target="https://www.ecfr.gov/current/title-14/section-89.110" TargetMode="External"/><Relationship Id="rId7" Type="http://schemas.openxmlformats.org/officeDocument/2006/relationships/hyperlink" Target="https://www.ecfr.gov/current/title-14/section-89.115#p-89.115(a)"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hyperlink" Target="https://www.ecfr.gov/current/title-14/section-107.120#p-107.120(a)" TargetMode="External"/><Relationship Id="rId4" Type="http://schemas.openxmlformats.org/officeDocument/2006/relationships/hyperlink" Target="https://www.ecfr.gov/current/title-14/section-107.160"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hyperlink" Target="https://www.ecfr.gov/current/title-14/section-107.130#p-107.130(a)" TargetMode="External"/><Relationship Id="rId4" Type="http://schemas.openxmlformats.org/officeDocument/2006/relationships/hyperlink" Target="https://www.ecfr.gov/current/title-14/section-107.160" TargetMode="External"/><Relationship Id="rId5" Type="http://schemas.openxmlformats.org/officeDocument/2006/relationships/hyperlink" Target="https://www.ecfr.gov/current/title-14/section-107.130#p-107.130(b)(1)"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hyperlink" Target="https://www.ecfr.gov/current/title-14/section-107.140#p-107.140(b)" TargetMode="External"/><Relationship Id="rId4" Type="http://schemas.openxmlformats.org/officeDocument/2006/relationships/hyperlink" Target="https://www.ecfr.gov/current/title-14/section-89.110" TargetMode="External"/><Relationship Id="rId9" Type="http://schemas.openxmlformats.org/officeDocument/2006/relationships/hyperlink" Target="https://www.ecfr.gov/current/title-14/section-107.140#p-107.140(c)" TargetMode="External"/><Relationship Id="rId5" Type="http://schemas.openxmlformats.org/officeDocument/2006/relationships/hyperlink" Target="https://www.ecfr.gov/current/title-14/section-89.115#p-89.115(a)" TargetMode="External"/><Relationship Id="rId6" Type="http://schemas.openxmlformats.org/officeDocument/2006/relationships/hyperlink" Target="https://www.ecfr.gov/current/title-14/part-21" TargetMode="External"/><Relationship Id="rId7" Type="http://schemas.openxmlformats.org/officeDocument/2006/relationships/hyperlink" Target="https://www.ecfr.gov/current/title-14/section-107.140#p-107.140(c)(1)" TargetMode="External"/><Relationship Id="rId8" Type="http://schemas.openxmlformats.org/officeDocument/2006/relationships/hyperlink" Target="https://www.ecfr.gov/current/title-14/section-107.140#p-107.140(c)" TargetMode="External"/></Relationships>
</file>

<file path=ppt/slides/_rels/slide37.xml.rels><?xml version="1.0" encoding="UTF-8" standalone="yes"?><Relationships xmlns="http://schemas.openxmlformats.org/package/2006/relationships"><Relationship Id="rId10" Type="http://schemas.openxmlformats.org/officeDocument/2006/relationships/hyperlink" Target="https://www.ecfr.gov/current/title-14/section-107.140#p-107.140(c)" TargetMode="External"/><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hyperlink" Target="https://www.ecfr.gov/current/title-14/section-107.140#p-107.140(c)(2)" TargetMode="External"/><Relationship Id="rId4" Type="http://schemas.openxmlformats.org/officeDocument/2006/relationships/hyperlink" Target="https://www.ecfr.gov/current/title-14/section-107.140#p-107.140(c)(3)" TargetMode="External"/><Relationship Id="rId9" Type="http://schemas.openxmlformats.org/officeDocument/2006/relationships/hyperlink" Target="https://www.ecfr.gov/current/title-14/section-107.140#p-107.140(b)(3)" TargetMode="External"/><Relationship Id="rId5" Type="http://schemas.openxmlformats.org/officeDocument/2006/relationships/hyperlink" Target="https://www.ecfr.gov/current/title-14/section-107.140#p-107.140(c)(2)" TargetMode="External"/><Relationship Id="rId6" Type="http://schemas.openxmlformats.org/officeDocument/2006/relationships/hyperlink" Target="https://www.ecfr.gov/current/title-14/section-107.140#p-107.140(c)(3)" TargetMode="External"/><Relationship Id="rId7" Type="http://schemas.openxmlformats.org/officeDocument/2006/relationships/hyperlink" Target="https://www.ecfr.gov/current/title-14/part-43" TargetMode="External"/><Relationship Id="rId8" Type="http://schemas.openxmlformats.org/officeDocument/2006/relationships/hyperlink" Target="https://www.ecfr.gov/current/title-14/part-91"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0" Type="http://schemas.openxmlformats.org/officeDocument/2006/relationships/hyperlink" Target="https://www.ecfr.gov/current/title-14/section-89.130" TargetMode="External"/><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hyperlink" Target="https://www.ecfr.gov/current/title-14/section-89.105" TargetMode="External"/><Relationship Id="rId4" Type="http://schemas.openxmlformats.org/officeDocument/2006/relationships/hyperlink" Target="https://www.ecfr.gov/current/title-14/section-89.305" TargetMode="External"/><Relationship Id="rId9" Type="http://schemas.openxmlformats.org/officeDocument/2006/relationships/hyperlink" Target="https://www.ecfr.gov/current/title-14/part-48" TargetMode="External"/><Relationship Id="rId5" Type="http://schemas.openxmlformats.org/officeDocument/2006/relationships/hyperlink" Target="https://www.ecfr.gov/current/title-14/section-89.305" TargetMode="External"/><Relationship Id="rId6" Type="http://schemas.openxmlformats.org/officeDocument/2006/relationships/hyperlink" Target="https://www.ecfr.gov/current/title-14/part-21" TargetMode="External"/><Relationship Id="rId7" Type="http://schemas.openxmlformats.org/officeDocument/2006/relationships/hyperlink" Target="https://www.ecfr.gov/current/title-14/part-89/subpart-F" TargetMode="External"/><Relationship Id="rId8" Type="http://schemas.openxmlformats.org/officeDocument/2006/relationships/hyperlink" Target="https://www.ecfr.gov/current/title-14/part-47"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1.jpg"/><Relationship Id="rId4" Type="http://schemas.openxmlformats.org/officeDocument/2006/relationships/image" Target="../media/image4.png"/></Relationships>
</file>

<file path=ppt/slides/_rels/slide41.xml.rels><?xml version="1.0" encoding="UTF-8" standalone="yes"?><Relationships xmlns="http://schemas.openxmlformats.org/package/2006/relationships"><Relationship Id="rId10" Type="http://schemas.openxmlformats.org/officeDocument/2006/relationships/hyperlink" Target="https://www.ecfr.gov/current/title-14/section-89.130" TargetMode="External"/><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hyperlink" Target="https://www.ecfr.gov/current/title-14/section-89.105" TargetMode="External"/><Relationship Id="rId4" Type="http://schemas.openxmlformats.org/officeDocument/2006/relationships/hyperlink" Target="https://www.ecfr.gov/current/title-14/section-89.305" TargetMode="External"/><Relationship Id="rId9" Type="http://schemas.openxmlformats.org/officeDocument/2006/relationships/hyperlink" Target="https://www.ecfr.gov/current/title-14/part-48" TargetMode="External"/><Relationship Id="rId5" Type="http://schemas.openxmlformats.org/officeDocument/2006/relationships/hyperlink" Target="https://www.ecfr.gov/current/title-14/section-89.305" TargetMode="External"/><Relationship Id="rId6" Type="http://schemas.openxmlformats.org/officeDocument/2006/relationships/hyperlink" Target="https://www.ecfr.gov/current/title-14/part-21" TargetMode="External"/><Relationship Id="rId7" Type="http://schemas.openxmlformats.org/officeDocument/2006/relationships/hyperlink" Target="https://www.ecfr.gov/current/title-14/part-89/subpart-F" TargetMode="External"/><Relationship Id="rId8" Type="http://schemas.openxmlformats.org/officeDocument/2006/relationships/hyperlink" Target="https://www.ecfr.gov/current/title-14/part-47"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4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55.png"/><Relationship Id="rId4" Type="http://schemas.openxmlformats.org/officeDocument/2006/relationships/hyperlink" Target="https://www.faa.gov/uas/getting_started/laanc" TargetMode="External"/><Relationship Id="rId5" Type="http://schemas.openxmlformats.org/officeDocument/2006/relationships/image" Target="../media/image4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hyperlink" Target="https://faadronezone-access.faa.gov/#/" TargetMode="External"/><Relationship Id="rId4" Type="http://schemas.openxmlformats.org/officeDocument/2006/relationships/hyperlink" Target="https://www.faa.gov/uas/commercial_operators/part_107_waivers" TargetMode="External"/><Relationship Id="rId5" Type="http://schemas.openxmlformats.org/officeDocument/2006/relationships/image" Target="../media/image4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47.jpg"/><Relationship Id="rId4" Type="http://schemas.openxmlformats.org/officeDocument/2006/relationships/image" Target="../media/image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4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descr="Title Slide with picture of a drone, air traffic control tower and map. Title says&quot; Unmanned Aircraft Systems-UAS. Aviation Regulatory System. FAA Remote Pilot Part 107 Exam Prep-Regulations" id="144" name="Google Shape;144;p19"/>
          <p:cNvPicPr preferRelativeResize="0"/>
          <p:nvPr/>
        </p:nvPicPr>
        <p:blipFill>
          <a:blip r:embed="rId3">
            <a:alphaModFix/>
          </a:blip>
          <a:stretch>
            <a:fillRect/>
          </a:stretch>
        </p:blipFill>
        <p:spPr>
          <a:xfrm>
            <a:off x="26" y="-15"/>
            <a:ext cx="12192000" cy="678658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0"/>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FAA Remote Pilot Test Prep</a:t>
            </a:r>
            <a:br>
              <a:rPr lang="en-US"/>
            </a:br>
            <a:r>
              <a:rPr lang="en-US" sz="1800"/>
              <a:t>Topics Covered in this lesson</a:t>
            </a:r>
            <a:endParaRPr/>
          </a:p>
        </p:txBody>
      </p:sp>
      <p:sp>
        <p:nvSpPr>
          <p:cNvPr id="150" name="Google Shape;150;p20"/>
          <p:cNvSpPr txBox="1"/>
          <p:nvPr/>
        </p:nvSpPr>
        <p:spPr>
          <a:xfrm>
            <a:off x="858825" y="1566307"/>
            <a:ext cx="11183100" cy="5633700"/>
          </a:xfrm>
          <a:prstGeom prst="rect">
            <a:avLst/>
          </a:prstGeom>
          <a:noFill/>
          <a:ln>
            <a:noFill/>
          </a:ln>
        </p:spPr>
        <p:txBody>
          <a:bodyPr anchorCtr="0" anchor="t" bIns="45700" lIns="91425" spcFirstLastPara="1" rIns="91425" wrap="square" tIns="45700">
            <a:spAutoFit/>
          </a:bodyPr>
          <a:lstStyle/>
          <a:p>
            <a:pPr indent="-342900" lvl="0" marL="457200" marR="0" rtl="0" algn="l">
              <a:spcBef>
                <a:spcPts val="0"/>
              </a:spcBef>
              <a:spcAft>
                <a:spcPts val="0"/>
              </a:spcAft>
              <a:buSzPts val="1800"/>
              <a:buFont typeface="Lustria"/>
              <a:buChar char="•"/>
            </a:pPr>
            <a:r>
              <a:rPr b="0" i="0" lang="en-US" sz="1800" u="none" cap="none" strike="noStrike">
                <a:latin typeface="Lustria"/>
                <a:ea typeface="Lustria"/>
                <a:cs typeface="Lustria"/>
                <a:sym typeface="Lustria"/>
              </a:rPr>
              <a:t>Remote Pilot Certificate</a:t>
            </a:r>
            <a:endParaRPr/>
          </a:p>
          <a:p>
            <a:pPr indent="-342900" lvl="0" marL="457200" marR="0" rtl="0" algn="l">
              <a:spcBef>
                <a:spcPts val="0"/>
              </a:spcBef>
              <a:spcAft>
                <a:spcPts val="0"/>
              </a:spcAft>
              <a:buSzPts val="1800"/>
              <a:buFont typeface="Lustria"/>
              <a:buChar char="•"/>
            </a:pPr>
            <a:r>
              <a:rPr b="0" i="0" lang="en-US" sz="1800" u="none" cap="none" strike="noStrike">
                <a:latin typeface="Lustria"/>
                <a:ea typeface="Lustria"/>
                <a:cs typeface="Lustria"/>
                <a:sym typeface="Lustria"/>
              </a:rPr>
              <a:t>Remote Pilot Privileges</a:t>
            </a:r>
            <a:endParaRPr/>
          </a:p>
          <a:p>
            <a:pPr indent="-342900" lvl="0" marL="457200" marR="0" rtl="0" algn="l">
              <a:spcBef>
                <a:spcPts val="0"/>
              </a:spcBef>
              <a:spcAft>
                <a:spcPts val="0"/>
              </a:spcAft>
              <a:buSzPts val="1800"/>
              <a:buFont typeface="Lustria"/>
              <a:buChar char="•"/>
            </a:pPr>
            <a:r>
              <a:rPr b="0" i="0" lang="en-US" sz="1800" u="none" cap="none" strike="noStrike">
                <a:latin typeface="Lustria"/>
                <a:ea typeface="Lustria"/>
                <a:cs typeface="Lustria"/>
                <a:sym typeface="Lustria"/>
              </a:rPr>
              <a:t>Supporting Crew Roles</a:t>
            </a:r>
            <a:endParaRPr/>
          </a:p>
          <a:p>
            <a:pPr indent="-342900" lvl="0" marL="457200" marR="0" rtl="0" algn="l">
              <a:spcBef>
                <a:spcPts val="0"/>
              </a:spcBef>
              <a:spcAft>
                <a:spcPts val="0"/>
              </a:spcAft>
              <a:buSzPts val="1800"/>
              <a:buFont typeface="Lustria"/>
              <a:buChar char="•"/>
            </a:pPr>
            <a:r>
              <a:rPr b="0" i="0" lang="en-US" sz="1800" u="none" cap="none" strike="noStrike">
                <a:latin typeface="Lustria"/>
                <a:ea typeface="Lustria"/>
                <a:cs typeface="Lustria"/>
                <a:sym typeface="Lustria"/>
              </a:rPr>
              <a:t>Falsification, reporting, or alteration</a:t>
            </a:r>
            <a:endParaRPr/>
          </a:p>
          <a:p>
            <a:pPr indent="-342900" lvl="0" marL="457200" marR="0" rtl="0" algn="l">
              <a:spcBef>
                <a:spcPts val="0"/>
              </a:spcBef>
              <a:spcAft>
                <a:spcPts val="0"/>
              </a:spcAft>
              <a:buSzPts val="1800"/>
              <a:buFont typeface="Lustria"/>
              <a:buChar char="•"/>
            </a:pPr>
            <a:r>
              <a:rPr b="0" i="0" lang="en-US" sz="1800" u="none" cap="none" strike="noStrike">
                <a:latin typeface="Lustria"/>
                <a:ea typeface="Lustria"/>
                <a:cs typeface="Lustria"/>
                <a:sym typeface="Lustria"/>
              </a:rPr>
              <a:t>Accident reporting</a:t>
            </a:r>
            <a:endParaRPr/>
          </a:p>
          <a:p>
            <a:pPr indent="-342900" lvl="0" marL="457200" marR="0" rtl="0" algn="l">
              <a:spcBef>
                <a:spcPts val="0"/>
              </a:spcBef>
              <a:spcAft>
                <a:spcPts val="0"/>
              </a:spcAft>
              <a:buSzPts val="1800"/>
              <a:buFont typeface="Lustria"/>
              <a:buChar char="•"/>
            </a:pPr>
            <a:r>
              <a:rPr b="0" i="0" lang="en-US" sz="1800" u="none" cap="none" strike="noStrike">
                <a:latin typeface="Lustria"/>
                <a:ea typeface="Lustria"/>
                <a:cs typeface="Lustria"/>
                <a:sym typeface="Lustria"/>
              </a:rPr>
              <a:t>FAA inspections</a:t>
            </a:r>
            <a:endParaRPr/>
          </a:p>
          <a:p>
            <a:pPr indent="-342900" lvl="0" marL="457200" marR="0" rtl="0" algn="l">
              <a:spcBef>
                <a:spcPts val="0"/>
              </a:spcBef>
              <a:spcAft>
                <a:spcPts val="0"/>
              </a:spcAft>
              <a:buSzPts val="1800"/>
              <a:buFont typeface="Lustria"/>
              <a:buChar char="•"/>
            </a:pPr>
            <a:r>
              <a:rPr b="0" i="0" lang="en-US" sz="1800" u="none" cap="none" strike="noStrike">
                <a:latin typeface="Lustria"/>
                <a:ea typeface="Lustria"/>
                <a:cs typeface="Lustria"/>
                <a:sym typeface="Lustria"/>
              </a:rPr>
              <a:t>sUAS registration</a:t>
            </a:r>
            <a:endParaRPr/>
          </a:p>
          <a:p>
            <a:pPr indent="-342900" lvl="0" marL="457200" marR="0" rtl="0" algn="l">
              <a:spcBef>
                <a:spcPts val="0"/>
              </a:spcBef>
              <a:spcAft>
                <a:spcPts val="0"/>
              </a:spcAft>
              <a:buSzPts val="1800"/>
              <a:buFont typeface="Lustria"/>
              <a:buChar char="•"/>
            </a:pPr>
            <a:r>
              <a:rPr b="0" i="0" lang="en-US" sz="1800" u="none" cap="none" strike="noStrike">
                <a:latin typeface="Lustria"/>
                <a:ea typeface="Lustria"/>
                <a:cs typeface="Lustria"/>
                <a:sym typeface="Lustria"/>
              </a:rPr>
              <a:t>Preflight action and inspection</a:t>
            </a:r>
            <a:endParaRPr/>
          </a:p>
          <a:p>
            <a:pPr indent="-342900" lvl="0" marL="457200" marR="0" rtl="0" algn="l">
              <a:spcBef>
                <a:spcPts val="0"/>
              </a:spcBef>
              <a:spcAft>
                <a:spcPts val="0"/>
              </a:spcAft>
              <a:buSzPts val="1800"/>
              <a:buFont typeface="Lustria"/>
              <a:buChar char="•"/>
            </a:pPr>
            <a:r>
              <a:rPr b="0" i="0" lang="en-US" sz="1800" u="none" cap="none" strike="noStrike">
                <a:latin typeface="Lustria"/>
                <a:ea typeface="Lustria"/>
                <a:cs typeface="Lustria"/>
                <a:sym typeface="Lustria"/>
              </a:rPr>
              <a:t>Carriage of hazardous material</a:t>
            </a:r>
            <a:endParaRPr/>
          </a:p>
          <a:p>
            <a:pPr indent="-342900" lvl="0" marL="457200" marR="0" rtl="0" algn="l">
              <a:spcBef>
                <a:spcPts val="0"/>
              </a:spcBef>
              <a:spcAft>
                <a:spcPts val="0"/>
              </a:spcAft>
              <a:buSzPts val="1800"/>
              <a:buFont typeface="Lustria"/>
              <a:buChar char="•"/>
            </a:pPr>
            <a:r>
              <a:rPr b="0" i="0" lang="en-US" sz="1800" u="none" cap="none" strike="noStrike">
                <a:latin typeface="Lustria"/>
                <a:ea typeface="Lustria"/>
                <a:cs typeface="Lustria"/>
                <a:sym typeface="Lustria"/>
              </a:rPr>
              <a:t>Daylight operations</a:t>
            </a:r>
            <a:endParaRPr b="0" i="0" sz="1800" u="none" cap="none" strike="noStrike">
              <a:latin typeface="Lustria"/>
              <a:ea typeface="Lustria"/>
              <a:cs typeface="Lustria"/>
              <a:sym typeface="Lustria"/>
            </a:endParaRPr>
          </a:p>
          <a:p>
            <a:pPr indent="-342900" lvl="0" marL="457200" rtl="0" algn="l">
              <a:spcBef>
                <a:spcPts val="0"/>
              </a:spcBef>
              <a:spcAft>
                <a:spcPts val="0"/>
              </a:spcAft>
              <a:buClr>
                <a:schemeClr val="dk1"/>
              </a:buClr>
              <a:buSzPts val="1800"/>
              <a:buFont typeface="Lustria"/>
              <a:buChar char="•"/>
            </a:pPr>
            <a:r>
              <a:rPr lang="en-US" sz="1800">
                <a:solidFill>
                  <a:schemeClr val="dk1"/>
                </a:solidFill>
                <a:latin typeface="Lustria"/>
                <a:ea typeface="Lustria"/>
                <a:cs typeface="Lustria"/>
                <a:sym typeface="Lustria"/>
              </a:rPr>
              <a:t>Visual line of sight</a:t>
            </a:r>
            <a:endParaRPr>
              <a:solidFill>
                <a:schemeClr val="dk1"/>
              </a:solidFill>
            </a:endParaRPr>
          </a:p>
          <a:p>
            <a:pPr indent="-342900" lvl="0" marL="457200" rtl="0" algn="l">
              <a:spcBef>
                <a:spcPts val="0"/>
              </a:spcBef>
              <a:spcAft>
                <a:spcPts val="0"/>
              </a:spcAft>
              <a:buClr>
                <a:schemeClr val="dk1"/>
              </a:buClr>
              <a:buSzPts val="1800"/>
              <a:buFont typeface="Lustria"/>
              <a:buChar char="•"/>
            </a:pPr>
            <a:r>
              <a:rPr lang="en-US" sz="1800">
                <a:solidFill>
                  <a:schemeClr val="dk1"/>
                </a:solidFill>
                <a:latin typeface="Lustria"/>
                <a:ea typeface="Lustria"/>
                <a:cs typeface="Lustria"/>
                <a:sym typeface="Lustria"/>
              </a:rPr>
              <a:t>Operating limitations</a:t>
            </a:r>
            <a:endParaRPr>
              <a:solidFill>
                <a:schemeClr val="dk1"/>
              </a:solidFill>
            </a:endParaRPr>
          </a:p>
          <a:p>
            <a:pPr indent="-342900" lvl="0" marL="457200" rtl="0" algn="l">
              <a:spcBef>
                <a:spcPts val="0"/>
              </a:spcBef>
              <a:spcAft>
                <a:spcPts val="0"/>
              </a:spcAft>
              <a:buClr>
                <a:schemeClr val="dk1"/>
              </a:buClr>
              <a:buSzPts val="1800"/>
              <a:buFont typeface="Lustria"/>
              <a:buChar char="•"/>
            </a:pPr>
            <a:r>
              <a:rPr lang="en-US" sz="1800">
                <a:solidFill>
                  <a:schemeClr val="dk1"/>
                </a:solidFill>
                <a:latin typeface="Lustria"/>
                <a:ea typeface="Lustria"/>
                <a:cs typeface="Lustria"/>
                <a:sym typeface="Lustria"/>
              </a:rPr>
              <a:t>Right-of-way rules</a:t>
            </a:r>
            <a:endParaRPr>
              <a:solidFill>
                <a:schemeClr val="dk1"/>
              </a:solidFill>
            </a:endParaRPr>
          </a:p>
          <a:p>
            <a:pPr indent="-342900" lvl="0" marL="457200" rtl="0" algn="l">
              <a:spcBef>
                <a:spcPts val="0"/>
              </a:spcBef>
              <a:spcAft>
                <a:spcPts val="0"/>
              </a:spcAft>
              <a:buClr>
                <a:schemeClr val="dk1"/>
              </a:buClr>
              <a:buSzPts val="1800"/>
              <a:buFont typeface="Lustria"/>
              <a:buChar char="•"/>
            </a:pPr>
            <a:r>
              <a:rPr lang="en-US" sz="1800">
                <a:solidFill>
                  <a:schemeClr val="dk1"/>
                </a:solidFill>
                <a:latin typeface="Lustria"/>
                <a:ea typeface="Lustria"/>
                <a:cs typeface="Lustria"/>
                <a:sym typeface="Lustria"/>
              </a:rPr>
              <a:t>No operation over people</a:t>
            </a:r>
            <a:endParaRPr>
              <a:solidFill>
                <a:schemeClr val="dk1"/>
              </a:solidFill>
            </a:endParaRPr>
          </a:p>
          <a:p>
            <a:pPr indent="-342900" lvl="0" marL="457200" rtl="0" algn="l">
              <a:spcBef>
                <a:spcPts val="0"/>
              </a:spcBef>
              <a:spcAft>
                <a:spcPts val="0"/>
              </a:spcAft>
              <a:buClr>
                <a:schemeClr val="dk1"/>
              </a:buClr>
              <a:buSzPts val="1800"/>
              <a:buFont typeface="Lustria"/>
              <a:buChar char="•"/>
            </a:pPr>
            <a:r>
              <a:rPr lang="en-US" sz="1800">
                <a:solidFill>
                  <a:schemeClr val="dk1"/>
                </a:solidFill>
                <a:latin typeface="Lustria"/>
                <a:ea typeface="Lustria"/>
                <a:cs typeface="Lustria"/>
                <a:sym typeface="Lustria"/>
              </a:rPr>
              <a:t>Operation from moving vehicle or aircraft</a:t>
            </a:r>
            <a:endParaRPr>
              <a:solidFill>
                <a:schemeClr val="dk1"/>
              </a:solidFill>
            </a:endParaRPr>
          </a:p>
          <a:p>
            <a:pPr indent="-342900" lvl="0" marL="457200" rtl="0" algn="l">
              <a:spcBef>
                <a:spcPts val="0"/>
              </a:spcBef>
              <a:spcAft>
                <a:spcPts val="0"/>
              </a:spcAft>
              <a:buClr>
                <a:schemeClr val="dk1"/>
              </a:buClr>
              <a:buSzPts val="1800"/>
              <a:buFont typeface="Lustria"/>
              <a:buChar char="•"/>
            </a:pPr>
            <a:r>
              <a:rPr lang="en-US" sz="1800">
                <a:solidFill>
                  <a:schemeClr val="dk1"/>
                </a:solidFill>
                <a:latin typeface="Lustria"/>
                <a:ea typeface="Lustria"/>
                <a:cs typeface="Lustria"/>
                <a:sym typeface="Lustria"/>
              </a:rPr>
              <a:t>Privacy and other considerations</a:t>
            </a:r>
            <a:endParaRPr>
              <a:solidFill>
                <a:schemeClr val="dk1"/>
              </a:solidFill>
            </a:endParaRPr>
          </a:p>
          <a:p>
            <a:pPr indent="-342900" lvl="0" marL="457200" rtl="0" algn="l">
              <a:spcBef>
                <a:spcPts val="0"/>
              </a:spcBef>
              <a:spcAft>
                <a:spcPts val="0"/>
              </a:spcAft>
              <a:buClr>
                <a:schemeClr val="dk1"/>
              </a:buClr>
              <a:buSzPts val="1800"/>
              <a:buFont typeface="Lustria"/>
              <a:buChar char="•"/>
            </a:pPr>
            <a:r>
              <a:rPr lang="en-US" sz="1800">
                <a:solidFill>
                  <a:schemeClr val="dk1"/>
                </a:solidFill>
                <a:latin typeface="Lustria"/>
                <a:ea typeface="Lustria"/>
                <a:cs typeface="Lustria"/>
                <a:sym typeface="Lustria"/>
              </a:rPr>
              <a:t>Alcohol and Drugs</a:t>
            </a:r>
            <a:endParaRPr>
              <a:solidFill>
                <a:schemeClr val="dk1"/>
              </a:solidFill>
            </a:endParaRPr>
          </a:p>
          <a:p>
            <a:pPr indent="-342900" lvl="0" marL="457200" rtl="0" algn="l">
              <a:spcBef>
                <a:spcPts val="0"/>
              </a:spcBef>
              <a:spcAft>
                <a:spcPts val="0"/>
              </a:spcAft>
              <a:buClr>
                <a:schemeClr val="dk1"/>
              </a:buClr>
              <a:buSzPts val="1800"/>
              <a:buFont typeface="Lustria"/>
              <a:buChar char="•"/>
            </a:pPr>
            <a:r>
              <a:rPr lang="en-US" sz="1800">
                <a:solidFill>
                  <a:schemeClr val="dk1"/>
                </a:solidFill>
                <a:latin typeface="Lustria"/>
                <a:ea typeface="Lustria"/>
                <a:cs typeface="Lustria"/>
                <a:sym typeface="Lustria"/>
              </a:rPr>
              <a:t>Change of address</a:t>
            </a:r>
            <a:endParaRPr>
              <a:solidFill>
                <a:schemeClr val="dk1"/>
              </a:solidFill>
            </a:endParaRPr>
          </a:p>
          <a:p>
            <a:pPr indent="-342900" lvl="0" marL="457200" rtl="0" algn="l">
              <a:spcBef>
                <a:spcPts val="0"/>
              </a:spcBef>
              <a:spcAft>
                <a:spcPts val="0"/>
              </a:spcAft>
              <a:buClr>
                <a:schemeClr val="dk1"/>
              </a:buClr>
              <a:buSzPts val="1800"/>
              <a:buFont typeface="Lustria"/>
              <a:buChar char="•"/>
            </a:pPr>
            <a:r>
              <a:rPr lang="en-US" sz="1800">
                <a:solidFill>
                  <a:schemeClr val="dk1"/>
                </a:solidFill>
                <a:latin typeface="Lustria"/>
                <a:ea typeface="Lustria"/>
                <a:cs typeface="Lustria"/>
                <a:sym typeface="Lustria"/>
              </a:rPr>
              <a:t>waivers</a:t>
            </a:r>
            <a:endParaRPr sz="1800">
              <a:latin typeface="Lustria"/>
              <a:ea typeface="Lustria"/>
              <a:cs typeface="Lustria"/>
              <a:sym typeface="Lustria"/>
            </a:endParaRPr>
          </a:p>
          <a:p>
            <a:pPr indent="-342900" lvl="0" marL="457200" marR="0" rtl="0" algn="l">
              <a:spcBef>
                <a:spcPts val="0"/>
              </a:spcBef>
              <a:spcAft>
                <a:spcPts val="0"/>
              </a:spcAft>
              <a:buClr>
                <a:schemeClr val="lt1"/>
              </a:buClr>
              <a:buSzPts val="1800"/>
              <a:buFont typeface="Lustria"/>
              <a:buChar char="•"/>
            </a:pPr>
            <a:r>
              <a:t/>
            </a:r>
            <a:endParaRPr b="0" i="0" sz="1800" u="none" cap="none" strike="noStrike">
              <a:solidFill>
                <a:schemeClr val="lt1"/>
              </a:solidFill>
              <a:latin typeface="Lustria"/>
              <a:ea typeface="Lustria"/>
              <a:cs typeface="Lustria"/>
              <a:sym typeface="Lustr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1"/>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How to register your sUAS</a:t>
            </a:r>
            <a:endParaRPr/>
          </a:p>
        </p:txBody>
      </p:sp>
      <p:sp>
        <p:nvSpPr>
          <p:cNvPr id="156" name="Google Shape;156;p21"/>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u="sng">
                <a:hlinkClick r:id="rId3"/>
              </a:rPr>
              <a:t>https://faadronezone.faa.gov/#/</a:t>
            </a:r>
            <a:endParaRPr/>
          </a:p>
        </p:txBody>
      </p:sp>
      <p:pic>
        <p:nvPicPr>
          <p:cNvPr descr="Sample of an FAA Small UAS Certificate" id="157" name="Google Shape;157;p21"/>
          <p:cNvPicPr preferRelativeResize="0"/>
          <p:nvPr/>
        </p:nvPicPr>
        <p:blipFill rotWithShape="1">
          <a:blip r:embed="rId4">
            <a:alphaModFix/>
          </a:blip>
          <a:srcRect b="0" l="0" r="0" t="0"/>
          <a:stretch/>
        </p:blipFill>
        <p:spPr>
          <a:xfrm>
            <a:off x="3004576" y="2274570"/>
            <a:ext cx="6172200" cy="1943100"/>
          </a:xfrm>
          <a:prstGeom prst="rect">
            <a:avLst/>
          </a:prstGeom>
          <a:noFill/>
          <a:ln>
            <a:noFill/>
          </a:ln>
        </p:spPr>
      </p:pic>
      <p:pic>
        <p:nvPicPr>
          <p:cNvPr descr="Sample of an FAA small UAS Certificate" id="158" name="Google Shape;158;p21"/>
          <p:cNvPicPr preferRelativeResize="0"/>
          <p:nvPr/>
        </p:nvPicPr>
        <p:blipFill rotWithShape="1">
          <a:blip r:embed="rId5">
            <a:alphaModFix/>
          </a:blip>
          <a:srcRect b="0" l="0" r="0" t="0"/>
          <a:stretch/>
        </p:blipFill>
        <p:spPr>
          <a:xfrm>
            <a:off x="3004576" y="4443734"/>
            <a:ext cx="6172200" cy="19431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descr="Info graphic that show the FAA I'm safe checklist, weather and airspace. These are the things you need to check to make sure you are legal to fly." id="163" name="Google Shape;163;p22"/>
          <p:cNvPicPr preferRelativeResize="0"/>
          <p:nvPr/>
        </p:nvPicPr>
        <p:blipFill>
          <a:blip r:embed="rId3">
            <a:alphaModFix/>
          </a:blip>
          <a:stretch>
            <a:fillRect/>
          </a:stretch>
        </p:blipFill>
        <p:spPr>
          <a:xfrm>
            <a:off x="952500" y="0"/>
            <a:ext cx="10286999" cy="68579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3"/>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Can you fly?</a:t>
            </a:r>
            <a:endParaRPr/>
          </a:p>
        </p:txBody>
      </p:sp>
      <p:sp>
        <p:nvSpPr>
          <p:cNvPr id="169" name="Google Shape;169;p23"/>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METAR: KBZN 291356Z 14003KT 6SM BR FEW055 M04/M05 A3016 RMK AO2 SLP254 T10441050</a:t>
            </a:r>
            <a:endParaRPr/>
          </a:p>
          <a:p>
            <a:pPr indent="-306000" lvl="0" marL="342900" rtl="0" algn="l">
              <a:spcBef>
                <a:spcPts val="1000"/>
              </a:spcBef>
              <a:spcAft>
                <a:spcPts val="0"/>
              </a:spcAft>
              <a:buSzPts val="1400"/>
              <a:buChar char="◈"/>
            </a:pPr>
            <a:r>
              <a:rPr b="1" lang="en-US"/>
              <a:t>METAR: </a:t>
            </a:r>
            <a:r>
              <a:rPr lang="en-US"/>
              <a:t>KLVM 291353Z AUTO 25011KT 10SM BKN047 OVC060 01/M04 A3011 RMK AO2 SLP215 T00111039</a:t>
            </a:r>
            <a:endParaRPr/>
          </a:p>
        </p:txBody>
      </p:sp>
      <p:pic>
        <p:nvPicPr>
          <p:cNvPr descr="Sample of an FAA VFR Sectional Map" id="170" name="Google Shape;170;p23"/>
          <p:cNvPicPr preferRelativeResize="0"/>
          <p:nvPr/>
        </p:nvPicPr>
        <p:blipFill rotWithShape="1">
          <a:blip r:embed="rId3">
            <a:alphaModFix/>
          </a:blip>
          <a:srcRect b="0" l="0" r="0" t="0"/>
          <a:stretch/>
        </p:blipFill>
        <p:spPr>
          <a:xfrm>
            <a:off x="1140234" y="3210584"/>
            <a:ext cx="4866178" cy="3528421"/>
          </a:xfrm>
          <a:prstGeom prst="rect">
            <a:avLst/>
          </a:prstGeom>
          <a:noFill/>
          <a:ln>
            <a:noFill/>
          </a:ln>
        </p:spPr>
      </p:pic>
      <p:pic>
        <p:nvPicPr>
          <p:cNvPr descr="A list of FAA Weather abbreviations found on a METAR weather report. " id="171" name="Google Shape;171;p23"/>
          <p:cNvPicPr preferRelativeResize="0"/>
          <p:nvPr/>
        </p:nvPicPr>
        <p:blipFill rotWithShape="1">
          <a:blip r:embed="rId4">
            <a:alphaModFix/>
          </a:blip>
          <a:srcRect b="0" l="0" r="0" t="0"/>
          <a:stretch/>
        </p:blipFill>
        <p:spPr>
          <a:xfrm>
            <a:off x="6185590" y="3207818"/>
            <a:ext cx="4706219" cy="353118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4"/>
          <p:cNvSpPr txBox="1"/>
          <p:nvPr>
            <p:ph type="title"/>
          </p:nvPr>
        </p:nvSpPr>
        <p:spPr>
          <a:xfrm>
            <a:off x="913795" y="609600"/>
            <a:ext cx="10353900" cy="9705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TFR</a:t>
            </a:r>
            <a:endParaRPr/>
          </a:p>
        </p:txBody>
      </p:sp>
      <p:sp>
        <p:nvSpPr>
          <p:cNvPr id="177" name="Google Shape;177;p24"/>
          <p:cNvSpPr txBox="1"/>
          <p:nvPr>
            <p:ph idx="1" type="body"/>
          </p:nvPr>
        </p:nvSpPr>
        <p:spPr>
          <a:xfrm>
            <a:off x="4043748" y="1539274"/>
            <a:ext cx="6981000" cy="563700"/>
          </a:xfrm>
          <a:prstGeom prst="rect">
            <a:avLst/>
          </a:prstGeom>
        </p:spPr>
        <p:txBody>
          <a:bodyPr anchorCtr="0" anchor="t" bIns="45700" lIns="91425" spcFirstLastPara="1" rIns="91425" wrap="square" tIns="45700">
            <a:normAutofit fontScale="92500"/>
          </a:bodyPr>
          <a:lstStyle/>
          <a:p>
            <a:pPr indent="0" lvl="0" marL="0" rtl="0" algn="l">
              <a:spcBef>
                <a:spcPts val="360"/>
              </a:spcBef>
              <a:spcAft>
                <a:spcPts val="600"/>
              </a:spcAft>
              <a:buNone/>
            </a:pPr>
            <a:r>
              <a:rPr b="1" lang="en-US"/>
              <a:t>Temporary Flight Restriction-</a:t>
            </a:r>
            <a:r>
              <a:rPr lang="en-US"/>
              <a:t>You </a:t>
            </a:r>
            <a:r>
              <a:rPr b="1" lang="en-US"/>
              <a:t>cannot</a:t>
            </a:r>
            <a:r>
              <a:rPr lang="en-US"/>
              <a:t> fly within a TFR!</a:t>
            </a:r>
            <a:endParaRPr/>
          </a:p>
        </p:txBody>
      </p:sp>
      <p:pic>
        <p:nvPicPr>
          <p:cNvPr descr="Image of TFRs (Temporary Flight Restrictions)" id="178" name="Google Shape;178;p24"/>
          <p:cNvPicPr preferRelativeResize="0"/>
          <p:nvPr/>
        </p:nvPicPr>
        <p:blipFill rotWithShape="1">
          <a:blip r:embed="rId3">
            <a:alphaModFix/>
          </a:blip>
          <a:srcRect b="26888" l="0" r="0" t="23984"/>
          <a:stretch/>
        </p:blipFill>
        <p:spPr>
          <a:xfrm>
            <a:off x="664450" y="2222575"/>
            <a:ext cx="3167799" cy="3369201"/>
          </a:xfrm>
          <a:prstGeom prst="rect">
            <a:avLst/>
          </a:prstGeom>
          <a:noFill/>
          <a:ln>
            <a:noFill/>
          </a:ln>
        </p:spPr>
      </p:pic>
      <p:cxnSp>
        <p:nvCxnSpPr>
          <p:cNvPr id="179" name="Google Shape;179;p24"/>
          <p:cNvCxnSpPr/>
          <p:nvPr/>
        </p:nvCxnSpPr>
        <p:spPr>
          <a:xfrm flipH="1">
            <a:off x="1585025" y="2083325"/>
            <a:ext cx="4674900" cy="1146300"/>
          </a:xfrm>
          <a:prstGeom prst="straightConnector1">
            <a:avLst/>
          </a:prstGeom>
          <a:noFill/>
          <a:ln cap="flat" cmpd="sng" w="9525">
            <a:solidFill>
              <a:srgbClr val="F2F2F2"/>
            </a:solidFill>
            <a:prstDash val="solid"/>
            <a:round/>
            <a:headEnd len="med" w="med" type="none"/>
            <a:tailEnd len="med" w="med" type="triangle"/>
          </a:ln>
        </p:spPr>
      </p:cxnSp>
      <p:cxnSp>
        <p:nvCxnSpPr>
          <p:cNvPr id="180" name="Google Shape;180;p24"/>
          <p:cNvCxnSpPr/>
          <p:nvPr/>
        </p:nvCxnSpPr>
        <p:spPr>
          <a:xfrm flipH="1">
            <a:off x="2501950" y="2113225"/>
            <a:ext cx="4525500" cy="2382300"/>
          </a:xfrm>
          <a:prstGeom prst="straightConnector1">
            <a:avLst/>
          </a:prstGeom>
          <a:noFill/>
          <a:ln cap="flat" cmpd="sng" w="9525">
            <a:solidFill>
              <a:srgbClr val="F2F2F2"/>
            </a:solidFill>
            <a:prstDash val="solid"/>
            <a:round/>
            <a:headEnd len="med" w="med" type="none"/>
            <a:tailEnd len="med" w="med" type="triangle"/>
          </a:ln>
        </p:spPr>
      </p:cxnSp>
      <p:sp>
        <p:nvSpPr>
          <p:cNvPr id="181" name="Google Shape;181;p24"/>
          <p:cNvSpPr txBox="1"/>
          <p:nvPr/>
        </p:nvSpPr>
        <p:spPr>
          <a:xfrm>
            <a:off x="5424825" y="5120950"/>
            <a:ext cx="28926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latin typeface="Lustria"/>
                <a:ea typeface="Lustria"/>
                <a:cs typeface="Lustria"/>
                <a:sym typeface="Lustria"/>
              </a:rPr>
              <a:t>Wildfire TFRs are common in the summer in the western US.</a:t>
            </a:r>
            <a:endParaRPr sz="2000">
              <a:latin typeface="Lustria"/>
              <a:ea typeface="Lustria"/>
              <a:cs typeface="Lustria"/>
              <a:sym typeface="Lustria"/>
            </a:endParaRPr>
          </a:p>
        </p:txBody>
      </p:sp>
      <p:pic>
        <p:nvPicPr>
          <p:cNvPr descr="Image depicting a TFR for wildfires. " id="182" name="Google Shape;182;p24"/>
          <p:cNvPicPr preferRelativeResize="0"/>
          <p:nvPr/>
        </p:nvPicPr>
        <p:blipFill>
          <a:blip r:embed="rId4">
            <a:alphaModFix/>
          </a:blip>
          <a:stretch>
            <a:fillRect/>
          </a:stretch>
        </p:blipFill>
        <p:spPr>
          <a:xfrm>
            <a:off x="8209473" y="2102973"/>
            <a:ext cx="3058225" cy="38400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5"/>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Am I legal to fly?</a:t>
            </a:r>
            <a:endParaRPr/>
          </a:p>
        </p:txBody>
      </p:sp>
      <p:sp>
        <p:nvSpPr>
          <p:cNvPr id="188" name="Google Shape;188;p25"/>
          <p:cNvSpPr txBox="1"/>
          <p:nvPr>
            <p:ph idx="1" type="body"/>
          </p:nvPr>
        </p:nvSpPr>
        <p:spPr>
          <a:xfrm>
            <a:off x="913800" y="1732450"/>
            <a:ext cx="6922800" cy="440280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I’m SAFE?</a:t>
            </a:r>
            <a:endParaRPr/>
          </a:p>
          <a:p>
            <a:pPr indent="-217100" lvl="0" marL="342900" rtl="0" algn="l">
              <a:spcBef>
                <a:spcPts val="1000"/>
              </a:spcBef>
              <a:spcAft>
                <a:spcPts val="0"/>
              </a:spcAft>
              <a:buSzPts val="1400"/>
              <a:buNone/>
            </a:pPr>
            <a:r>
              <a:t/>
            </a:r>
            <a:endParaRPr/>
          </a:p>
          <a:p>
            <a:pPr indent="-217100" lvl="0" marL="342900" rtl="0" algn="l">
              <a:spcBef>
                <a:spcPts val="1000"/>
              </a:spcBef>
              <a:spcAft>
                <a:spcPts val="0"/>
              </a:spcAft>
              <a:buSzPts val="1400"/>
              <a:buNone/>
            </a:pPr>
            <a:r>
              <a:t/>
            </a:r>
            <a:endParaRPr/>
          </a:p>
          <a:p>
            <a:pPr indent="-217100" lvl="0" marL="342900" rtl="0" algn="l">
              <a:spcBef>
                <a:spcPts val="1000"/>
              </a:spcBef>
              <a:spcAft>
                <a:spcPts val="0"/>
              </a:spcAft>
              <a:buSzPts val="1400"/>
              <a:buNone/>
            </a:pPr>
            <a:r>
              <a:t/>
            </a:r>
            <a:endParaRPr/>
          </a:p>
          <a:p>
            <a:pPr indent="-306000" lvl="0" marL="342900" rtl="0" algn="l">
              <a:spcBef>
                <a:spcPts val="1000"/>
              </a:spcBef>
              <a:spcAft>
                <a:spcPts val="0"/>
              </a:spcAft>
              <a:buSzPts val="1400"/>
              <a:buChar char="◈"/>
            </a:pPr>
            <a:r>
              <a:rPr lang="en-US"/>
              <a:t>Weather</a:t>
            </a:r>
            <a:endParaRPr/>
          </a:p>
          <a:p>
            <a:pPr indent="-217100" lvl="0" marL="342900" rtl="0" algn="l">
              <a:spcBef>
                <a:spcPts val="1000"/>
              </a:spcBef>
              <a:spcAft>
                <a:spcPts val="0"/>
              </a:spcAft>
              <a:buSzPts val="1400"/>
              <a:buNone/>
            </a:pPr>
            <a:r>
              <a:t/>
            </a:r>
            <a:endParaRPr/>
          </a:p>
          <a:p>
            <a:pPr indent="-217100" lvl="0" marL="342900" rtl="0" algn="l">
              <a:spcBef>
                <a:spcPts val="1000"/>
              </a:spcBef>
              <a:spcAft>
                <a:spcPts val="0"/>
              </a:spcAft>
              <a:buSzPts val="1400"/>
              <a:buNone/>
            </a:pPr>
            <a:r>
              <a:t/>
            </a:r>
            <a:endParaRPr/>
          </a:p>
          <a:p>
            <a:pPr indent="-306000" lvl="0" marL="342900" rtl="0" algn="l">
              <a:spcBef>
                <a:spcPts val="1000"/>
              </a:spcBef>
              <a:spcAft>
                <a:spcPts val="0"/>
              </a:spcAft>
              <a:buSzPts val="1400"/>
              <a:buChar char="◈"/>
            </a:pPr>
            <a:r>
              <a:rPr lang="en-US"/>
              <a:t>Airspace</a:t>
            </a:r>
            <a:endParaRPr/>
          </a:p>
        </p:txBody>
      </p:sp>
      <p:pic>
        <p:nvPicPr>
          <p:cNvPr descr="Image result for am I SAFE FAA" id="189" name="Google Shape;189;p25"/>
          <p:cNvPicPr preferRelativeResize="0"/>
          <p:nvPr/>
        </p:nvPicPr>
        <p:blipFill rotWithShape="1">
          <a:blip r:embed="rId3">
            <a:alphaModFix/>
          </a:blip>
          <a:srcRect b="0" l="0" r="0" t="0"/>
          <a:stretch/>
        </p:blipFill>
        <p:spPr>
          <a:xfrm>
            <a:off x="2859918" y="1686968"/>
            <a:ext cx="2847975" cy="1781176"/>
          </a:xfrm>
          <a:prstGeom prst="rect">
            <a:avLst/>
          </a:prstGeom>
          <a:noFill/>
          <a:ln>
            <a:noFill/>
          </a:ln>
        </p:spPr>
      </p:pic>
      <p:sp>
        <p:nvSpPr>
          <p:cNvPr id="190" name="Google Shape;190;p25"/>
          <p:cNvSpPr txBox="1"/>
          <p:nvPr/>
        </p:nvSpPr>
        <p:spPr>
          <a:xfrm>
            <a:off x="2414053" y="3575075"/>
            <a:ext cx="4501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sng" cap="none" strike="noStrike">
                <a:solidFill>
                  <a:schemeClr val="dk1"/>
                </a:solidFill>
                <a:latin typeface="Lustria"/>
                <a:ea typeface="Lustria"/>
                <a:cs typeface="Lustria"/>
                <a:sym typeface="Lustria"/>
                <a:hlinkClick r:id="rId4">
                  <a:extLst>
                    <a:ext uri="{A12FA001-AC4F-418D-AE19-62706E023703}">
                      <ahyp:hlinkClr val="tx"/>
                    </a:ext>
                  </a:extLst>
                </a:hlinkClick>
              </a:rPr>
              <a:t>https://www.aviationweather.gov/</a:t>
            </a:r>
            <a:endParaRPr sz="1800">
              <a:solidFill>
                <a:schemeClr val="dk1"/>
              </a:solidFill>
              <a:latin typeface="Lustria"/>
              <a:ea typeface="Lustria"/>
              <a:cs typeface="Lustria"/>
              <a:sym typeface="Lustria"/>
            </a:endParaRPr>
          </a:p>
        </p:txBody>
      </p:sp>
      <p:sp>
        <p:nvSpPr>
          <p:cNvPr id="191" name="Google Shape;191;p25"/>
          <p:cNvSpPr txBox="1"/>
          <p:nvPr/>
        </p:nvSpPr>
        <p:spPr>
          <a:xfrm>
            <a:off x="2414054" y="4868450"/>
            <a:ext cx="30585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chemeClr val="dk1"/>
                </a:solidFill>
                <a:latin typeface="Lustria"/>
                <a:ea typeface="Lustria"/>
                <a:cs typeface="Lustria"/>
                <a:sym typeface="Lustria"/>
                <a:hlinkClick r:id="rId5">
                  <a:extLst>
                    <a:ext uri="{A12FA001-AC4F-418D-AE19-62706E023703}">
                      <ahyp:hlinkClr val="tx"/>
                    </a:ext>
                  </a:extLst>
                </a:hlinkClick>
              </a:rPr>
              <a:t>http://vfrmap.com/</a:t>
            </a:r>
            <a:endParaRPr sz="1800">
              <a:solidFill>
                <a:schemeClr val="dk1"/>
              </a:solidFill>
              <a:latin typeface="Lustria"/>
              <a:ea typeface="Lustria"/>
              <a:cs typeface="Lustria"/>
              <a:sym typeface="Lustria"/>
            </a:endParaRPr>
          </a:p>
        </p:txBody>
      </p:sp>
      <p:sp>
        <p:nvSpPr>
          <p:cNvPr id="192" name="Google Shape;192;p25"/>
          <p:cNvSpPr txBox="1"/>
          <p:nvPr/>
        </p:nvSpPr>
        <p:spPr>
          <a:xfrm>
            <a:off x="2414052" y="5237776"/>
            <a:ext cx="3981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chemeClr val="dk1"/>
                </a:solidFill>
                <a:latin typeface="Lustria"/>
                <a:ea typeface="Lustria"/>
                <a:cs typeface="Lustria"/>
                <a:sym typeface="Lustria"/>
                <a:hlinkClick r:id="rId6">
                  <a:extLst>
                    <a:ext uri="{A12FA001-AC4F-418D-AE19-62706E023703}">
                      <ahyp:hlinkClr val="tx"/>
                    </a:ext>
                  </a:extLst>
                </a:hlinkClick>
              </a:rPr>
              <a:t>https://tfr.faa.gov/tfr2/list.html</a:t>
            </a:r>
            <a:endParaRPr sz="1800">
              <a:solidFill>
                <a:schemeClr val="dk1"/>
              </a:solidFill>
              <a:latin typeface="Lustria"/>
              <a:ea typeface="Lustria"/>
              <a:cs typeface="Lustria"/>
              <a:sym typeface="Lustria"/>
            </a:endParaRPr>
          </a:p>
        </p:txBody>
      </p:sp>
      <p:sp>
        <p:nvSpPr>
          <p:cNvPr id="193" name="Google Shape;193;p25"/>
          <p:cNvSpPr txBox="1"/>
          <p:nvPr/>
        </p:nvSpPr>
        <p:spPr>
          <a:xfrm>
            <a:off x="2414052" y="5574274"/>
            <a:ext cx="54225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chemeClr val="dk1"/>
                </a:solidFill>
                <a:latin typeface="Lustria"/>
                <a:ea typeface="Lustria"/>
                <a:cs typeface="Lustria"/>
                <a:sym typeface="Lustria"/>
                <a:hlinkClick r:id="rId7">
                  <a:extLst>
                    <a:ext uri="{A12FA001-AC4F-418D-AE19-62706E023703}">
                      <ahyp:hlinkClr val="tx"/>
                    </a:ext>
                  </a:extLst>
                </a:hlinkClick>
              </a:rPr>
              <a:t>https://www.notams.faa.gov/dinsQueryWeb/</a:t>
            </a:r>
            <a:endParaRPr sz="1800">
              <a:solidFill>
                <a:schemeClr val="dk1"/>
              </a:solidFill>
              <a:latin typeface="Lustria"/>
              <a:ea typeface="Lustria"/>
              <a:cs typeface="Lustria"/>
              <a:sym typeface="Lustria"/>
            </a:endParaRPr>
          </a:p>
        </p:txBody>
      </p:sp>
      <p:sp>
        <p:nvSpPr>
          <p:cNvPr id="194" name="Google Shape;194;p25"/>
          <p:cNvSpPr txBox="1"/>
          <p:nvPr/>
        </p:nvSpPr>
        <p:spPr>
          <a:xfrm>
            <a:off x="2414051" y="3926549"/>
            <a:ext cx="4776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chemeClr val="dk1"/>
                </a:solidFill>
                <a:latin typeface="Lustria"/>
                <a:ea typeface="Lustria"/>
                <a:cs typeface="Lustria"/>
                <a:sym typeface="Lustria"/>
                <a:hlinkClick r:id="rId8">
                  <a:extLst>
                    <a:ext uri="{A12FA001-AC4F-418D-AE19-62706E023703}">
                      <ahyp:hlinkClr val="tx"/>
                    </a:ext>
                  </a:extLst>
                </a:hlinkClick>
              </a:rPr>
              <a:t>https://www.1800wxbrief.com/Website/#!/</a:t>
            </a:r>
            <a:endParaRPr sz="1800">
              <a:solidFill>
                <a:schemeClr val="dk1"/>
              </a:solidFill>
              <a:latin typeface="Lustria"/>
              <a:ea typeface="Lustria"/>
              <a:cs typeface="Lustria"/>
              <a:sym typeface="Lustria"/>
            </a:endParaRPr>
          </a:p>
        </p:txBody>
      </p:sp>
      <p:sp>
        <p:nvSpPr>
          <p:cNvPr id="195" name="Google Shape;195;p25"/>
          <p:cNvSpPr txBox="1"/>
          <p:nvPr/>
        </p:nvSpPr>
        <p:spPr>
          <a:xfrm>
            <a:off x="2414051" y="4224699"/>
            <a:ext cx="4719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chemeClr val="dk1"/>
                </a:solidFill>
                <a:latin typeface="Lustria"/>
                <a:ea typeface="Lustria"/>
                <a:cs typeface="Lustria"/>
                <a:sym typeface="Lustria"/>
                <a:hlinkClick r:id="rId9">
                  <a:extLst>
                    <a:ext uri="{A12FA001-AC4F-418D-AE19-62706E023703}">
                      <ahyp:hlinkClr val="tx"/>
                    </a:ext>
                  </a:extLst>
                </a:hlinkClick>
              </a:rPr>
              <a:t>https://www.aviationweather.gov/metar</a:t>
            </a:r>
            <a:endParaRPr sz="1800">
              <a:solidFill>
                <a:schemeClr val="dk1"/>
              </a:solidFill>
              <a:latin typeface="Lustria"/>
              <a:ea typeface="Lustria"/>
              <a:cs typeface="Lustria"/>
              <a:sym typeface="Lustria"/>
            </a:endParaRPr>
          </a:p>
        </p:txBody>
      </p:sp>
      <p:sp>
        <p:nvSpPr>
          <p:cNvPr id="196" name="Google Shape;196;p25"/>
          <p:cNvSpPr txBox="1"/>
          <p:nvPr/>
        </p:nvSpPr>
        <p:spPr>
          <a:xfrm>
            <a:off x="7740350" y="3143988"/>
            <a:ext cx="4147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latin typeface="Lustria"/>
                <a:ea typeface="Lustria"/>
                <a:cs typeface="Lustria"/>
                <a:sym typeface="Lustria"/>
              </a:rPr>
              <a:t>Check the Weather</a:t>
            </a:r>
            <a:endParaRPr sz="2000">
              <a:latin typeface="Lustria"/>
              <a:ea typeface="Lustria"/>
              <a:cs typeface="Lustria"/>
              <a:sym typeface="Lustria"/>
            </a:endParaRPr>
          </a:p>
        </p:txBody>
      </p:sp>
      <p:sp>
        <p:nvSpPr>
          <p:cNvPr id="197" name="Google Shape;197;p25"/>
          <p:cNvSpPr txBox="1"/>
          <p:nvPr/>
        </p:nvSpPr>
        <p:spPr>
          <a:xfrm>
            <a:off x="8317550" y="5200525"/>
            <a:ext cx="39003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latin typeface="Lustria"/>
                <a:ea typeface="Lustria"/>
                <a:cs typeface="Lustria"/>
                <a:sym typeface="Lustria"/>
              </a:rPr>
              <a:t>Check TFRs, NOTAMS and Airspace</a:t>
            </a:r>
            <a:endParaRPr sz="2000">
              <a:latin typeface="Lustria"/>
              <a:ea typeface="Lustria"/>
              <a:cs typeface="Lustria"/>
              <a:sym typeface="Lustria"/>
            </a:endParaRPr>
          </a:p>
        </p:txBody>
      </p:sp>
      <p:cxnSp>
        <p:nvCxnSpPr>
          <p:cNvPr id="198" name="Google Shape;198;p25"/>
          <p:cNvCxnSpPr/>
          <p:nvPr/>
        </p:nvCxnSpPr>
        <p:spPr>
          <a:xfrm flipH="1">
            <a:off x="7108175" y="3551325"/>
            <a:ext cx="1374300" cy="274800"/>
          </a:xfrm>
          <a:prstGeom prst="straightConnector1">
            <a:avLst/>
          </a:prstGeom>
          <a:noFill/>
          <a:ln cap="flat" cmpd="sng" w="9525">
            <a:solidFill>
              <a:schemeClr val="dk2"/>
            </a:solidFill>
            <a:prstDash val="solid"/>
            <a:round/>
            <a:headEnd len="med" w="med" type="none"/>
            <a:tailEnd len="med" w="med" type="triangle"/>
          </a:ln>
        </p:spPr>
      </p:cxnSp>
      <p:cxnSp>
        <p:nvCxnSpPr>
          <p:cNvPr id="199" name="Google Shape;199;p25"/>
          <p:cNvCxnSpPr>
            <a:stCxn id="197" idx="1"/>
          </p:cNvCxnSpPr>
          <p:nvPr/>
        </p:nvCxnSpPr>
        <p:spPr>
          <a:xfrm rot="10800000">
            <a:off x="7204250" y="5475325"/>
            <a:ext cx="1113300" cy="125400"/>
          </a:xfrm>
          <a:prstGeom prst="straightConnector1">
            <a:avLst/>
          </a:prstGeom>
          <a:noFill/>
          <a:ln cap="flat" cmpd="sng" w="9525">
            <a:solidFill>
              <a:schemeClr val="dk2"/>
            </a:solidFill>
            <a:prstDash val="solid"/>
            <a:round/>
            <a:headEnd len="med" w="med" type="none"/>
            <a:tailEnd len="med" w="med" type="triangle"/>
          </a:ln>
        </p:spPr>
      </p:cxnSp>
      <p:sp>
        <p:nvSpPr>
          <p:cNvPr id="200" name="Google Shape;200;p25"/>
          <p:cNvSpPr txBox="1"/>
          <p:nvPr/>
        </p:nvSpPr>
        <p:spPr>
          <a:xfrm>
            <a:off x="7726600" y="1792150"/>
            <a:ext cx="4491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latin typeface="Lustria"/>
                <a:ea typeface="Lustria"/>
                <a:cs typeface="Lustria"/>
                <a:sym typeface="Lustria"/>
              </a:rPr>
              <a:t>Check Yourself</a:t>
            </a:r>
            <a:endParaRPr sz="2000">
              <a:latin typeface="Lustria"/>
              <a:ea typeface="Lustria"/>
              <a:cs typeface="Lustria"/>
              <a:sym typeface="Lustria"/>
            </a:endParaRPr>
          </a:p>
        </p:txBody>
      </p:sp>
      <p:cxnSp>
        <p:nvCxnSpPr>
          <p:cNvPr id="201" name="Google Shape;201;p25"/>
          <p:cNvCxnSpPr>
            <a:stCxn id="200" idx="1"/>
            <a:endCxn id="189" idx="3"/>
          </p:cNvCxnSpPr>
          <p:nvPr/>
        </p:nvCxnSpPr>
        <p:spPr>
          <a:xfrm flipH="1">
            <a:off x="5707900" y="2038450"/>
            <a:ext cx="2018700" cy="539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6"/>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Regulation Basics</a:t>
            </a:r>
            <a:endParaRPr/>
          </a:p>
        </p:txBody>
      </p:sp>
      <p:sp>
        <p:nvSpPr>
          <p:cNvPr id="207" name="Google Shape;207;p26"/>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UAS are regulated under title 14 Code of Federal Regulations, Part 107 (14 CFR part 107)</a:t>
            </a:r>
            <a:endParaRPr/>
          </a:p>
          <a:p>
            <a:pPr indent="-306000" lvl="0" marL="342900" rtl="0" algn="l">
              <a:spcBef>
                <a:spcPts val="1000"/>
              </a:spcBef>
              <a:spcAft>
                <a:spcPts val="0"/>
              </a:spcAft>
              <a:buSzPts val="1400"/>
              <a:buChar char="◈"/>
            </a:pPr>
            <a:r>
              <a:rPr lang="en-US"/>
              <a:t>An UAS over .55 lbs is regulated under 14 CFR part 107</a:t>
            </a:r>
            <a:endParaRPr/>
          </a:p>
          <a:p>
            <a:pPr indent="-306000" lvl="0" marL="342900" rtl="0" algn="l">
              <a:spcBef>
                <a:spcPts val="1000"/>
              </a:spcBef>
              <a:spcAft>
                <a:spcPts val="0"/>
              </a:spcAft>
              <a:buSzPts val="1400"/>
              <a:buChar char="◈"/>
            </a:pPr>
            <a:r>
              <a:rPr lang="en-US"/>
              <a:t>Small UAS (sUAS) weight between 0.55 lbs to &lt; 55 lbs per part 107</a:t>
            </a:r>
            <a:endParaRPr/>
          </a:p>
          <a:p>
            <a:pPr indent="-306000" lvl="0" marL="342900" rtl="0" algn="l">
              <a:spcBef>
                <a:spcPts val="1000"/>
              </a:spcBef>
              <a:spcAft>
                <a:spcPts val="0"/>
              </a:spcAft>
              <a:buSzPts val="1400"/>
              <a:buChar char="◈"/>
            </a:pPr>
            <a:r>
              <a:rPr lang="en-US"/>
              <a:t>Unmanned aircraft is defined as “without the possibility of direct human intervention from within or on the aircraft”.</a:t>
            </a:r>
            <a:endParaRPr/>
          </a:p>
          <a:p>
            <a:pPr indent="-306000" lvl="0" marL="342900" rtl="0" algn="l">
              <a:spcBef>
                <a:spcPts val="1000"/>
              </a:spcBef>
              <a:spcAft>
                <a:spcPts val="0"/>
              </a:spcAft>
              <a:buSzPts val="1400"/>
              <a:buChar char="◈"/>
            </a:pPr>
            <a:r>
              <a:rPr lang="en-US"/>
              <a:t>Model aircraft for hobby use are exempt from part 107.</a:t>
            </a:r>
            <a:endParaRPr/>
          </a:p>
          <a:p>
            <a:pPr indent="-306000" lvl="0" marL="342900" rtl="0" algn="l">
              <a:spcBef>
                <a:spcPts val="1000"/>
              </a:spcBef>
              <a:spcAft>
                <a:spcPts val="0"/>
              </a:spcAft>
              <a:buSzPts val="1400"/>
              <a:buChar char="◈"/>
            </a:pPr>
            <a:r>
              <a:rPr lang="en-US"/>
              <a:t>Limited to altitude of 400’ AGL (Above Ground Level)</a:t>
            </a:r>
            <a:endParaRPr/>
          </a:p>
          <a:p>
            <a:pPr indent="-306000" lvl="0" marL="342900" rtl="0" algn="l">
              <a:spcBef>
                <a:spcPts val="1000"/>
              </a:spcBef>
              <a:spcAft>
                <a:spcPts val="0"/>
              </a:spcAft>
              <a:buSzPts val="1400"/>
              <a:buChar char="◈"/>
            </a:pPr>
            <a:r>
              <a:rPr lang="en-US"/>
              <a:t>You </a:t>
            </a:r>
            <a:r>
              <a:rPr b="1" lang="en-US" u="sng"/>
              <a:t>can</a:t>
            </a:r>
            <a:r>
              <a:rPr lang="en-US"/>
              <a:t> use an UAS under part 107 for commercial use. </a:t>
            </a:r>
            <a:endParaRPr/>
          </a:p>
          <a:p>
            <a:pPr indent="-306000" lvl="0" marL="342900" rtl="0" algn="l">
              <a:spcBef>
                <a:spcPts val="1000"/>
              </a:spcBef>
              <a:spcAft>
                <a:spcPts val="0"/>
              </a:spcAft>
              <a:buSzPts val="1400"/>
              <a:buChar char="◈"/>
            </a:pPr>
            <a:r>
              <a:rPr lang="en-US"/>
              <a:t> UAV pilots must comply with all ATC (Air Traffic Control) instructions.</a:t>
            </a:r>
            <a:endParaRPr/>
          </a:p>
        </p:txBody>
      </p:sp>
      <p:pic>
        <p:nvPicPr>
          <p:cNvPr descr="Decorative image of a drone" id="208" name="Google Shape;208;p26"/>
          <p:cNvPicPr preferRelativeResize="0"/>
          <p:nvPr/>
        </p:nvPicPr>
        <p:blipFill rotWithShape="1">
          <a:blip r:embed="rId3">
            <a:alphaModFix/>
          </a:blip>
          <a:srcRect b="0" l="0" r="0" t="0"/>
          <a:stretch/>
        </p:blipFill>
        <p:spPr>
          <a:xfrm>
            <a:off x="8259716" y="3568467"/>
            <a:ext cx="3007841" cy="169435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7"/>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Regulations</a:t>
            </a:r>
            <a:br>
              <a:rPr lang="en-US"/>
            </a:br>
            <a:r>
              <a:rPr lang="en-US"/>
              <a:t>Remote Pilot Certification</a:t>
            </a:r>
            <a:endParaRPr/>
          </a:p>
        </p:txBody>
      </p:sp>
      <p:sp>
        <p:nvSpPr>
          <p:cNvPr id="214" name="Google Shape;214;p27"/>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Initial remote pilot certificate</a:t>
            </a:r>
            <a:endParaRPr/>
          </a:p>
          <a:p>
            <a:pPr indent="0" lvl="1" marL="414000" rtl="0" algn="l">
              <a:spcBef>
                <a:spcPts val="960"/>
              </a:spcBef>
              <a:spcAft>
                <a:spcPts val="0"/>
              </a:spcAft>
              <a:buSzPts val="1260"/>
              <a:buNone/>
            </a:pPr>
            <a:r>
              <a:rPr b="1" lang="en-US"/>
              <a:t>Part 61 Pilot certificate holder requires:</a:t>
            </a:r>
            <a:endParaRPr/>
          </a:p>
          <a:p>
            <a:pPr indent="0" lvl="2" marL="720000" rtl="0" algn="l">
              <a:spcBef>
                <a:spcPts val="920"/>
              </a:spcBef>
              <a:spcAft>
                <a:spcPts val="0"/>
              </a:spcAft>
              <a:buSzPts val="1120"/>
              <a:buNone/>
            </a:pPr>
            <a:r>
              <a:rPr lang="en-US"/>
              <a:t>The faasafety.gov initial online course or FAA UAS Knowledge exam</a:t>
            </a:r>
            <a:endParaRPr/>
          </a:p>
          <a:p>
            <a:pPr indent="0" lvl="1" marL="414000" rtl="0" algn="l">
              <a:spcBef>
                <a:spcPts val="960"/>
              </a:spcBef>
              <a:spcAft>
                <a:spcPts val="0"/>
              </a:spcAft>
              <a:buSzPts val="1260"/>
              <a:buNone/>
            </a:pPr>
            <a:r>
              <a:rPr b="1" lang="en-US"/>
              <a:t>Any other applicant requires: </a:t>
            </a:r>
            <a:endParaRPr/>
          </a:p>
          <a:p>
            <a:pPr indent="0" lvl="2" marL="720000" rtl="0" algn="l">
              <a:spcBef>
                <a:spcPts val="920"/>
              </a:spcBef>
              <a:spcAft>
                <a:spcPts val="0"/>
              </a:spcAft>
              <a:buSzPts val="1120"/>
              <a:buNone/>
            </a:pPr>
            <a:r>
              <a:rPr lang="en-US"/>
              <a:t>The FAA UAS Knowledge exam</a:t>
            </a:r>
            <a:endParaRPr/>
          </a:p>
          <a:p>
            <a:pPr indent="-285750" lvl="0" marL="322650" rtl="0" algn="l">
              <a:spcBef>
                <a:spcPts val="1000"/>
              </a:spcBef>
              <a:spcAft>
                <a:spcPts val="0"/>
              </a:spcAft>
              <a:buSzPts val="1400"/>
              <a:buChar char="◈"/>
            </a:pPr>
            <a:r>
              <a:rPr lang="en-US"/>
              <a:t>Recurrent Requirements (Every 24 months)</a:t>
            </a:r>
            <a:endParaRPr/>
          </a:p>
          <a:p>
            <a:pPr indent="0" lvl="1" marL="414000" rtl="0" algn="l">
              <a:spcBef>
                <a:spcPts val="960"/>
              </a:spcBef>
              <a:spcAft>
                <a:spcPts val="0"/>
              </a:spcAft>
              <a:buSzPts val="1260"/>
              <a:buNone/>
            </a:pPr>
            <a:r>
              <a:rPr b="1" lang="en-US"/>
              <a:t>The FAA UAS Knowledge Exam </a:t>
            </a:r>
            <a:endParaRPr/>
          </a:p>
          <a:p>
            <a:pPr indent="0" lvl="2" marL="720000" rtl="0" algn="l">
              <a:spcBef>
                <a:spcPts val="920"/>
              </a:spcBef>
              <a:spcAft>
                <a:spcPts val="0"/>
              </a:spcAft>
              <a:buSzPts val="1120"/>
              <a:buNone/>
            </a:pPr>
            <a:r>
              <a:rPr lang="en-US"/>
              <a:t>or if a Part 61 pilot certificate holder with current flight review </a:t>
            </a:r>
            <a:endParaRPr/>
          </a:p>
          <a:p>
            <a:pPr indent="0" lvl="1" marL="414000" rtl="0" algn="l">
              <a:spcBef>
                <a:spcPts val="960"/>
              </a:spcBef>
              <a:spcAft>
                <a:spcPts val="0"/>
              </a:spcAft>
              <a:buSzPts val="1260"/>
              <a:buNone/>
            </a:pPr>
            <a:r>
              <a:rPr b="1" lang="en-US"/>
              <a:t>The recurrent online course, or the FAA UAS Knowledge exam.</a:t>
            </a:r>
            <a:endParaRPr/>
          </a:p>
        </p:txBody>
      </p:sp>
      <p:pic>
        <p:nvPicPr>
          <p:cNvPr descr="Sample image of an FAA remote pilot certificate card." id="215" name="Google Shape;215;p27"/>
          <p:cNvPicPr preferRelativeResize="0"/>
          <p:nvPr/>
        </p:nvPicPr>
        <p:blipFill rotWithShape="1">
          <a:blip r:embed="rId3">
            <a:alphaModFix/>
          </a:blip>
          <a:srcRect b="0" l="0" r="0" t="0"/>
          <a:stretch/>
        </p:blipFill>
        <p:spPr>
          <a:xfrm>
            <a:off x="8530974" y="2499524"/>
            <a:ext cx="2857143" cy="18095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8"/>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Regulations</a:t>
            </a:r>
            <a:br>
              <a:rPr lang="en-US"/>
            </a:br>
            <a:r>
              <a:rPr lang="en-US"/>
              <a:t>Remote Pilot Certification</a:t>
            </a:r>
            <a:endParaRPr/>
          </a:p>
        </p:txBody>
      </p:sp>
      <p:sp>
        <p:nvSpPr>
          <p:cNvPr id="221" name="Google Shape;221;p28"/>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Applications for Part 107 Remote Pilot Certificate must be processed by a:</a:t>
            </a:r>
            <a:endParaRPr/>
          </a:p>
          <a:p>
            <a:pPr indent="-270000" lvl="1" marL="720000" rtl="0" algn="l">
              <a:spcBef>
                <a:spcPts val="960"/>
              </a:spcBef>
              <a:spcAft>
                <a:spcPts val="0"/>
              </a:spcAft>
              <a:buSzPts val="1260"/>
              <a:buChar char="🞚"/>
            </a:pPr>
            <a:r>
              <a:rPr lang="en-US"/>
              <a:t>Flight Standards District Office (FSDO)</a:t>
            </a:r>
            <a:endParaRPr/>
          </a:p>
          <a:p>
            <a:pPr indent="-270000" lvl="1" marL="720000" rtl="0" algn="l">
              <a:spcBef>
                <a:spcPts val="960"/>
              </a:spcBef>
              <a:spcAft>
                <a:spcPts val="0"/>
              </a:spcAft>
              <a:buSzPts val="1260"/>
              <a:buChar char="🞚"/>
            </a:pPr>
            <a:r>
              <a:rPr lang="en-US"/>
              <a:t>Designated Pilot Examiner</a:t>
            </a:r>
            <a:endParaRPr/>
          </a:p>
          <a:p>
            <a:pPr indent="-270000" lvl="1" marL="720000" rtl="0" algn="l">
              <a:spcBef>
                <a:spcPts val="960"/>
              </a:spcBef>
              <a:spcAft>
                <a:spcPts val="0"/>
              </a:spcAft>
              <a:buSzPts val="1260"/>
              <a:buChar char="🞚"/>
            </a:pPr>
            <a:r>
              <a:rPr lang="en-US"/>
              <a:t>Airman certification representative from a pilot school</a:t>
            </a:r>
            <a:endParaRPr/>
          </a:p>
          <a:p>
            <a:pPr indent="-270000" lvl="1" marL="720000" rtl="0" algn="l">
              <a:spcBef>
                <a:spcPts val="960"/>
              </a:spcBef>
              <a:spcAft>
                <a:spcPts val="0"/>
              </a:spcAft>
              <a:buSzPts val="1260"/>
              <a:buChar char="🞚"/>
            </a:pPr>
            <a:r>
              <a:rPr lang="en-US"/>
              <a:t>CFI</a:t>
            </a:r>
            <a:endParaRPr/>
          </a:p>
          <a:p>
            <a:pPr indent="-306000" lvl="0" marL="342900" rtl="0" algn="l">
              <a:spcBef>
                <a:spcPts val="1000"/>
              </a:spcBef>
              <a:spcAft>
                <a:spcPts val="0"/>
              </a:spcAft>
              <a:buSzPts val="1400"/>
              <a:buChar char="◈"/>
            </a:pPr>
            <a:r>
              <a:rPr lang="en-US"/>
              <a:t>Recurrent training required every 24 Months</a:t>
            </a:r>
            <a:endParaRPr/>
          </a:p>
          <a:p>
            <a:pPr indent="-306000" lvl="0" marL="342900" rtl="0" algn="l">
              <a:spcBef>
                <a:spcPts val="1000"/>
              </a:spcBef>
              <a:spcAft>
                <a:spcPts val="0"/>
              </a:spcAft>
              <a:buSzPts val="1400"/>
              <a:buChar char="◈"/>
            </a:pPr>
            <a:r>
              <a:rPr lang="en-US"/>
              <a:t>Applicant must be free of any physical or mental condition that would interfere with the safe operation of a sUAS.</a:t>
            </a:r>
            <a:endParaRPr/>
          </a:p>
          <a:p>
            <a:pPr indent="-217100" lvl="0" marL="342900" rtl="0" algn="l">
              <a:spcBef>
                <a:spcPts val="1000"/>
              </a:spcBef>
              <a:spcAft>
                <a:spcPts val="0"/>
              </a:spcAft>
              <a:buSzPts val="14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9"/>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Regulations</a:t>
            </a:r>
            <a:br>
              <a:rPr lang="en-US"/>
            </a:br>
            <a:r>
              <a:rPr lang="en-US"/>
              <a:t>Privileges</a:t>
            </a:r>
            <a:endParaRPr/>
          </a:p>
        </p:txBody>
      </p:sp>
      <p:sp>
        <p:nvSpPr>
          <p:cNvPr id="227" name="Google Shape;227;p29"/>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0" lvl="0" marL="36900" rtl="0" algn="ctr">
              <a:spcBef>
                <a:spcPts val="0"/>
              </a:spcBef>
              <a:spcAft>
                <a:spcPts val="0"/>
              </a:spcAft>
              <a:buSzPts val="1400"/>
              <a:buNone/>
            </a:pPr>
            <a:r>
              <a:rPr lang="en-US"/>
              <a:t>The remote pilot is directly responsible for and is the final authority as to the operation of the sUAS conducted under 14 CFR Part 107.</a:t>
            </a:r>
            <a:endParaRPr/>
          </a:p>
          <a:p>
            <a:pPr indent="0" lvl="0" marL="36900" rtl="0" algn="l">
              <a:spcBef>
                <a:spcPts val="1000"/>
              </a:spcBef>
              <a:spcAft>
                <a:spcPts val="0"/>
              </a:spcAft>
              <a:buSzPts val="1400"/>
              <a:buNone/>
            </a:pPr>
            <a:r>
              <a:rPr b="1" lang="en-US"/>
              <a:t>He or she must:</a:t>
            </a:r>
            <a:endParaRPr/>
          </a:p>
          <a:p>
            <a:pPr indent="-270000" lvl="1" marL="720000" rtl="0" algn="l">
              <a:spcBef>
                <a:spcPts val="960"/>
              </a:spcBef>
              <a:spcAft>
                <a:spcPts val="0"/>
              </a:spcAft>
              <a:buSzPts val="1260"/>
              <a:buChar char="🞚"/>
            </a:pPr>
            <a:r>
              <a:rPr lang="en-US"/>
              <a:t>Be designated before each flight (but can be changed during the flight).</a:t>
            </a:r>
            <a:endParaRPr/>
          </a:p>
          <a:p>
            <a:pPr indent="-270000" lvl="1" marL="720000" rtl="0" algn="l">
              <a:spcBef>
                <a:spcPts val="960"/>
              </a:spcBef>
              <a:spcAft>
                <a:spcPts val="0"/>
              </a:spcAft>
              <a:buSzPts val="1260"/>
              <a:buChar char="🞚"/>
            </a:pPr>
            <a:r>
              <a:rPr lang="en-US"/>
              <a:t>Ensure that the operation poses no undue hazard to people, aircraft, or property in the event of a loss of control of the aircraft for any reason. </a:t>
            </a:r>
            <a:endParaRPr/>
          </a:p>
          <a:p>
            <a:pPr indent="-270000" lvl="1" marL="720000" rtl="0" algn="l">
              <a:spcBef>
                <a:spcPts val="960"/>
              </a:spcBef>
              <a:spcAft>
                <a:spcPts val="0"/>
              </a:spcAft>
              <a:buSzPts val="1260"/>
              <a:buChar char="🞚"/>
            </a:pPr>
            <a:r>
              <a:rPr lang="en-US"/>
              <a:t>Operate the small unmanned aircraft to ensure compliance with all applicable provisions and regulations. </a:t>
            </a:r>
            <a:endParaRPr/>
          </a:p>
          <a:p>
            <a:pPr indent="0" lvl="0" marL="36900" rtl="0" algn="ctr">
              <a:spcBef>
                <a:spcPts val="1000"/>
              </a:spcBef>
              <a:spcAft>
                <a:spcPts val="0"/>
              </a:spcAft>
              <a:buSzPts val="1400"/>
              <a:buNone/>
            </a:pPr>
            <a:r>
              <a:rPr lang="en-US"/>
              <a:t>The PIC (Pilot in Command) may not operate more than one sUAS at a time.</a:t>
            </a:r>
            <a:endParaRPr/>
          </a:p>
          <a:p>
            <a:pPr indent="-189990" lvl="1" marL="720000" rtl="0" algn="l">
              <a:spcBef>
                <a:spcPts val="960"/>
              </a:spcBef>
              <a:spcAft>
                <a:spcPts val="0"/>
              </a:spcAft>
              <a:buSzPts val="126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0"/>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3100"/>
              <a:buFont typeface="Lustria"/>
              <a:buNone/>
            </a:pPr>
            <a:r>
              <a:rPr lang="en-US" sz="3100"/>
              <a:t>Regulations</a:t>
            </a:r>
            <a:br>
              <a:rPr lang="en-US" sz="3100"/>
            </a:br>
            <a:r>
              <a:rPr lang="en-US" sz="3100"/>
              <a:t>Supporting Crew Roles</a:t>
            </a:r>
            <a:endParaRPr/>
          </a:p>
        </p:txBody>
      </p:sp>
      <p:grpSp>
        <p:nvGrpSpPr>
          <p:cNvPr id="233" name="Google Shape;233;p30"/>
          <p:cNvGrpSpPr/>
          <p:nvPr/>
        </p:nvGrpSpPr>
        <p:grpSpPr>
          <a:xfrm>
            <a:off x="961225" y="2537014"/>
            <a:ext cx="10260012" cy="2979614"/>
            <a:chOff x="46825" y="644184"/>
            <a:chExt cx="10260012" cy="2979614"/>
          </a:xfrm>
        </p:grpSpPr>
        <p:sp>
          <p:nvSpPr>
            <p:cNvPr id="234" name="Google Shape;234;p30"/>
            <p:cNvSpPr/>
            <p:nvPr/>
          </p:nvSpPr>
          <p:spPr>
            <a:xfrm>
              <a:off x="397837" y="644184"/>
              <a:ext cx="1098000" cy="1098000"/>
            </a:xfrm>
            <a:prstGeom prst="round2DiagRect">
              <a:avLst>
                <a:gd fmla="val 29727" name="adj1"/>
                <a:gd fmla="val 0" name="adj2"/>
              </a:avLst>
            </a:prstGeom>
            <a:solidFill>
              <a:srgbClr val="D2B9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0"/>
            <p:cNvSpPr/>
            <p:nvPr/>
          </p:nvSpPr>
          <p:spPr>
            <a:xfrm>
              <a:off x="631837" y="878184"/>
              <a:ext cx="630000" cy="630000"/>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0"/>
            <p:cNvSpPr/>
            <p:nvPr/>
          </p:nvSpPr>
          <p:spPr>
            <a:xfrm>
              <a:off x="46837" y="2084184"/>
              <a:ext cx="1800000" cy="117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0"/>
            <p:cNvSpPr txBox="1"/>
            <p:nvPr/>
          </p:nvSpPr>
          <p:spPr>
            <a:xfrm>
              <a:off x="46825" y="2084198"/>
              <a:ext cx="1800000" cy="15396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lt1"/>
                </a:buClr>
                <a:buSzPts val="1100"/>
                <a:buFont typeface="Lustria"/>
                <a:buNone/>
              </a:pPr>
              <a:r>
                <a:rPr lang="en-US" sz="1100" cap="none">
                  <a:solidFill>
                    <a:schemeClr val="dk1"/>
                  </a:solidFill>
                </a:rPr>
                <a:t>A PERSON WHO DOES NOT HOLD A PART 107 CERTIFICATE MAY OPERATE THE CONTROLS OF A SUAS UNDER THE DIRECT SUPERVISION OF A PART 107 CERTIFICATED PIC.</a:t>
              </a:r>
              <a:endParaRPr>
                <a:solidFill>
                  <a:schemeClr val="dk1"/>
                </a:solidFill>
              </a:endParaRPr>
            </a:p>
          </p:txBody>
        </p:sp>
        <p:sp>
          <p:nvSpPr>
            <p:cNvPr id="238" name="Google Shape;238;p30"/>
            <p:cNvSpPr/>
            <p:nvPr/>
          </p:nvSpPr>
          <p:spPr>
            <a:xfrm>
              <a:off x="2512837" y="644184"/>
              <a:ext cx="1098000" cy="1098000"/>
            </a:xfrm>
            <a:prstGeom prst="round2DiagRect">
              <a:avLst>
                <a:gd fmla="val 29727" name="adj1"/>
                <a:gd fmla="val 0" name="adj2"/>
              </a:avLst>
            </a:prstGeom>
            <a:solidFill>
              <a:srgbClr val="BB86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30"/>
            <p:cNvSpPr/>
            <p:nvPr/>
          </p:nvSpPr>
          <p:spPr>
            <a:xfrm>
              <a:off x="2746837" y="878184"/>
              <a:ext cx="630000" cy="630000"/>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0"/>
            <p:cNvSpPr/>
            <p:nvPr/>
          </p:nvSpPr>
          <p:spPr>
            <a:xfrm>
              <a:off x="2161837" y="2084184"/>
              <a:ext cx="1800000" cy="117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30"/>
            <p:cNvSpPr txBox="1"/>
            <p:nvPr/>
          </p:nvSpPr>
          <p:spPr>
            <a:xfrm>
              <a:off x="2161837" y="2084184"/>
              <a:ext cx="1800000" cy="1170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lt1"/>
                </a:buClr>
                <a:buSzPts val="1100"/>
                <a:buFont typeface="Lustria"/>
                <a:buNone/>
              </a:pPr>
              <a:r>
                <a:rPr lang="en-US" sz="1100" cap="none">
                  <a:solidFill>
                    <a:schemeClr val="dk1"/>
                  </a:solidFill>
                  <a:latin typeface="Lustria"/>
                  <a:ea typeface="Lustria"/>
                  <a:cs typeface="Lustria"/>
                  <a:sym typeface="Lustria"/>
                </a:rPr>
                <a:t>PIC MUST BE ABLE TO TAKE CONTROL IMMEDIATELY IF REQUIRED. </a:t>
              </a:r>
              <a:endParaRPr>
                <a:solidFill>
                  <a:schemeClr val="dk1"/>
                </a:solidFill>
              </a:endParaRPr>
            </a:p>
          </p:txBody>
        </p:sp>
        <p:sp>
          <p:nvSpPr>
            <p:cNvPr id="242" name="Google Shape;242;p30"/>
            <p:cNvSpPr/>
            <p:nvPr/>
          </p:nvSpPr>
          <p:spPr>
            <a:xfrm>
              <a:off x="4627837" y="644184"/>
              <a:ext cx="1098000" cy="1098000"/>
            </a:xfrm>
            <a:prstGeom prst="round2DiagRect">
              <a:avLst>
                <a:gd fmla="val 29727"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0"/>
            <p:cNvSpPr/>
            <p:nvPr/>
          </p:nvSpPr>
          <p:spPr>
            <a:xfrm>
              <a:off x="4861837" y="878184"/>
              <a:ext cx="630000" cy="630000"/>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0"/>
            <p:cNvSpPr/>
            <p:nvPr/>
          </p:nvSpPr>
          <p:spPr>
            <a:xfrm>
              <a:off x="4276837" y="2084184"/>
              <a:ext cx="1800000" cy="117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0"/>
            <p:cNvSpPr txBox="1"/>
            <p:nvPr/>
          </p:nvSpPr>
          <p:spPr>
            <a:xfrm>
              <a:off x="4276837" y="2084184"/>
              <a:ext cx="1800000" cy="1170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lt1"/>
                </a:buClr>
                <a:buSzPts val="1100"/>
                <a:buFont typeface="Lustria"/>
                <a:buNone/>
              </a:pPr>
              <a:r>
                <a:rPr lang="en-US" sz="1100" cap="none">
                  <a:solidFill>
                    <a:schemeClr val="dk1"/>
                  </a:solidFill>
                  <a:latin typeface="Lustria"/>
                  <a:ea typeface="Lustria"/>
                  <a:cs typeface="Lustria"/>
                  <a:sym typeface="Lustria"/>
                </a:rPr>
                <a:t>IF AIRCRAFT IS OPERATED AUTONOMOUSLY, REMOTE PILOT MUST BE ABLE TO TAKE OVER CONTROL TO FLY AND/OR LAND THE AIRCRAFT SAFELY. </a:t>
              </a:r>
              <a:endParaRPr>
                <a:solidFill>
                  <a:schemeClr val="dk1"/>
                </a:solidFill>
              </a:endParaRPr>
            </a:p>
          </p:txBody>
        </p:sp>
        <p:sp>
          <p:nvSpPr>
            <p:cNvPr id="246" name="Google Shape;246;p30"/>
            <p:cNvSpPr/>
            <p:nvPr/>
          </p:nvSpPr>
          <p:spPr>
            <a:xfrm>
              <a:off x="6742837" y="644184"/>
              <a:ext cx="1098000" cy="1098000"/>
            </a:xfrm>
            <a:prstGeom prst="round2DiagRect">
              <a:avLst>
                <a:gd fmla="val 29727" name="adj1"/>
                <a:gd fmla="val 0" name="adj2"/>
              </a:avLst>
            </a:prstGeom>
            <a:solidFill>
              <a:srgbClr val="A558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0"/>
            <p:cNvSpPr/>
            <p:nvPr/>
          </p:nvSpPr>
          <p:spPr>
            <a:xfrm>
              <a:off x="6976837" y="878184"/>
              <a:ext cx="630000" cy="630000"/>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0"/>
            <p:cNvSpPr/>
            <p:nvPr/>
          </p:nvSpPr>
          <p:spPr>
            <a:xfrm>
              <a:off x="6391837" y="2084184"/>
              <a:ext cx="1800000" cy="117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0"/>
            <p:cNvSpPr txBox="1"/>
            <p:nvPr/>
          </p:nvSpPr>
          <p:spPr>
            <a:xfrm>
              <a:off x="6391837" y="2084184"/>
              <a:ext cx="1800000" cy="1170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lt1"/>
                </a:buClr>
                <a:buSzPts val="1100"/>
                <a:buFont typeface="Lustria"/>
                <a:buNone/>
              </a:pPr>
              <a:r>
                <a:rPr lang="en-US" sz="1100" cap="none">
                  <a:solidFill>
                    <a:schemeClr val="dk1"/>
                  </a:solidFill>
                  <a:latin typeface="Lustria"/>
                  <a:ea typeface="Lustria"/>
                  <a:cs typeface="Lustria"/>
                  <a:sym typeface="Lustria"/>
                </a:rPr>
                <a:t>VISUAL OBSERVERS ROLE IS TO ALERT THE REST OF THE CREW ABOUT POTENTIAL HAZARDS DURING SUAS OPERATION. VISUAL OBSERVERS ARE OPTIONAL.</a:t>
              </a:r>
              <a:endParaRPr>
                <a:solidFill>
                  <a:schemeClr val="dk1"/>
                </a:solidFill>
              </a:endParaRPr>
            </a:p>
          </p:txBody>
        </p:sp>
        <p:sp>
          <p:nvSpPr>
            <p:cNvPr id="250" name="Google Shape;250;p30"/>
            <p:cNvSpPr/>
            <p:nvPr/>
          </p:nvSpPr>
          <p:spPr>
            <a:xfrm>
              <a:off x="8857837" y="644184"/>
              <a:ext cx="1098000" cy="1098000"/>
            </a:xfrm>
            <a:prstGeom prst="round2DiagRect">
              <a:avLst>
                <a:gd fmla="val 29727" name="adj1"/>
                <a:gd fmla="val 0" name="adj2"/>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0"/>
            <p:cNvSpPr/>
            <p:nvPr/>
          </p:nvSpPr>
          <p:spPr>
            <a:xfrm>
              <a:off x="9091837" y="878184"/>
              <a:ext cx="630000" cy="630000"/>
            </a:xfrm>
            <a:prstGeom prst="rect">
              <a:avLst/>
            </a:prstGeom>
            <a:blipFill rotWithShape="1">
              <a:blip r:embed="rId7">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0"/>
            <p:cNvSpPr/>
            <p:nvPr/>
          </p:nvSpPr>
          <p:spPr>
            <a:xfrm>
              <a:off x="8506837" y="2084184"/>
              <a:ext cx="1800000" cy="117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0"/>
            <p:cNvSpPr txBox="1"/>
            <p:nvPr/>
          </p:nvSpPr>
          <p:spPr>
            <a:xfrm>
              <a:off x="8506837" y="2084184"/>
              <a:ext cx="1800000" cy="1170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lt1"/>
                </a:buClr>
                <a:buSzPts val="1100"/>
                <a:buFont typeface="Lustria"/>
                <a:buNone/>
              </a:pPr>
              <a:r>
                <a:rPr lang="en-US" sz="1100" cap="none">
                  <a:solidFill>
                    <a:schemeClr val="dk1"/>
                  </a:solidFill>
                  <a:latin typeface="Lustria"/>
                  <a:ea typeface="Lustria"/>
                  <a:cs typeface="Lustria"/>
                  <a:sym typeface="Lustria"/>
                </a:rPr>
                <a:t>ALL PART 107 OPERATIONS MUST HAVE A REMOTE PIC (PILOT IN COMMAND).</a:t>
              </a:r>
              <a:endParaRPr>
                <a:solidFill>
                  <a:schemeClr val="dk1"/>
                </a:solidFil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1"/>
          <p:cNvSpPr/>
          <p:nvPr/>
        </p:nvSpPr>
        <p:spPr>
          <a:xfrm>
            <a:off x="0" y="0"/>
            <a:ext cx="12192000" cy="6858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ustria"/>
              <a:ea typeface="Lustria"/>
              <a:cs typeface="Lustria"/>
              <a:sym typeface="Lustria"/>
            </a:endParaRPr>
          </a:p>
        </p:txBody>
      </p:sp>
      <p:pic>
        <p:nvPicPr>
          <p:cNvPr id="259" name="Google Shape;259;p31"/>
          <p:cNvPicPr preferRelativeResize="0"/>
          <p:nvPr/>
        </p:nvPicPr>
        <p:blipFill rotWithShape="1">
          <a:blip r:embed="rId4">
            <a:alphaModFix/>
          </a:blip>
          <a:srcRect b="1446" l="0" r="2807" t="964"/>
          <a:stretch/>
        </p:blipFill>
        <p:spPr>
          <a:xfrm>
            <a:off x="6257026" y="1"/>
            <a:ext cx="5934973" cy="6858000"/>
          </a:xfrm>
          <a:prstGeom prst="rect">
            <a:avLst/>
          </a:prstGeom>
          <a:noFill/>
          <a:ln>
            <a:noFill/>
          </a:ln>
        </p:spPr>
      </p:pic>
      <p:sp>
        <p:nvSpPr>
          <p:cNvPr id="260" name="Google Shape;260;p31"/>
          <p:cNvSpPr txBox="1"/>
          <p:nvPr>
            <p:ph type="title"/>
          </p:nvPr>
        </p:nvSpPr>
        <p:spPr>
          <a:xfrm>
            <a:off x="6900493" y="609600"/>
            <a:ext cx="4538124" cy="970450"/>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2"/>
              </a:buClr>
              <a:buSzPts val="3200"/>
              <a:buFont typeface="Lustria"/>
              <a:buNone/>
            </a:pPr>
            <a:r>
              <a:rPr lang="en-US" sz="3200">
                <a:solidFill>
                  <a:schemeClr val="lt1"/>
                </a:solidFill>
              </a:rPr>
              <a:t>Regulations</a:t>
            </a:r>
            <a:br>
              <a:rPr lang="en-US" sz="3200">
                <a:solidFill>
                  <a:schemeClr val="lt1"/>
                </a:solidFill>
              </a:rPr>
            </a:br>
            <a:r>
              <a:rPr lang="en-US" sz="3200">
                <a:solidFill>
                  <a:schemeClr val="lt1"/>
                </a:solidFill>
              </a:rPr>
              <a:t>Accident Reporting</a:t>
            </a:r>
            <a:endParaRPr>
              <a:solidFill>
                <a:schemeClr val="lt1"/>
              </a:solidFill>
            </a:endParaRPr>
          </a:p>
        </p:txBody>
      </p:sp>
      <p:sp>
        <p:nvSpPr>
          <p:cNvPr id="261" name="Google Shape;261;p31"/>
          <p:cNvSpPr txBox="1"/>
          <p:nvPr>
            <p:ph idx="1" type="body"/>
          </p:nvPr>
        </p:nvSpPr>
        <p:spPr>
          <a:xfrm>
            <a:off x="6900493" y="1732449"/>
            <a:ext cx="4403596"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lnSpc>
                <a:spcPct val="90000"/>
              </a:lnSpc>
              <a:spcBef>
                <a:spcPts val="0"/>
              </a:spcBef>
              <a:spcAft>
                <a:spcPts val="0"/>
              </a:spcAft>
              <a:buClr>
                <a:schemeClr val="lt1"/>
              </a:buClr>
              <a:buSzPts val="1050"/>
              <a:buChar char="◈"/>
            </a:pPr>
            <a:r>
              <a:rPr lang="en-US" sz="1500">
                <a:solidFill>
                  <a:schemeClr val="lt1"/>
                </a:solidFill>
              </a:rPr>
              <a:t>The remote PIC must report any sUAS accident to the FAA, within ten days of the operation if any of the following thresholds are met:</a:t>
            </a:r>
            <a:endParaRPr>
              <a:solidFill>
                <a:schemeClr val="lt1"/>
              </a:solidFill>
            </a:endParaRPr>
          </a:p>
          <a:p>
            <a:pPr indent="-270000" lvl="1" marL="720000" rtl="0" algn="l">
              <a:lnSpc>
                <a:spcPct val="90000"/>
              </a:lnSpc>
              <a:spcBef>
                <a:spcPts val="900"/>
              </a:spcBef>
              <a:spcAft>
                <a:spcPts val="0"/>
              </a:spcAft>
              <a:buClr>
                <a:schemeClr val="lt1"/>
              </a:buClr>
              <a:buSzPts val="1050"/>
              <a:buChar char="🞚"/>
            </a:pPr>
            <a:r>
              <a:rPr lang="en-US" sz="1500">
                <a:solidFill>
                  <a:schemeClr val="lt1"/>
                </a:solidFill>
              </a:rPr>
              <a:t>Serious injury to any person or any loss of consciousness</a:t>
            </a:r>
            <a:endParaRPr>
              <a:solidFill>
                <a:schemeClr val="lt1"/>
              </a:solidFill>
            </a:endParaRPr>
          </a:p>
          <a:p>
            <a:pPr indent="-270000" lvl="1" marL="720000" rtl="0" algn="l">
              <a:lnSpc>
                <a:spcPct val="90000"/>
              </a:lnSpc>
              <a:spcBef>
                <a:spcPts val="900"/>
              </a:spcBef>
              <a:spcAft>
                <a:spcPts val="0"/>
              </a:spcAft>
              <a:buClr>
                <a:schemeClr val="lt1"/>
              </a:buClr>
              <a:buSzPts val="1050"/>
              <a:buChar char="🞚"/>
            </a:pPr>
            <a:r>
              <a:rPr lang="en-US" sz="1500">
                <a:solidFill>
                  <a:schemeClr val="lt1"/>
                </a:solidFill>
              </a:rPr>
              <a:t>Damage to any property, other than the small unmanned aircraft, if the cost is greater than $500 to repair or replace property (whichever is lower).</a:t>
            </a:r>
            <a:endParaRPr>
              <a:solidFill>
                <a:schemeClr val="lt1"/>
              </a:solidFill>
            </a:endParaRPr>
          </a:p>
          <a:p>
            <a:pPr indent="-306000" lvl="0" marL="342900" rtl="0" algn="l">
              <a:lnSpc>
                <a:spcPct val="90000"/>
              </a:lnSpc>
              <a:spcBef>
                <a:spcPts val="900"/>
              </a:spcBef>
              <a:spcAft>
                <a:spcPts val="0"/>
              </a:spcAft>
              <a:buClr>
                <a:schemeClr val="lt1"/>
              </a:buClr>
              <a:buSzPts val="1050"/>
              <a:buChar char="◈"/>
            </a:pPr>
            <a:r>
              <a:rPr lang="en-US" sz="1500">
                <a:solidFill>
                  <a:schemeClr val="lt1"/>
                </a:solidFill>
              </a:rPr>
              <a:t>Serious injury occurs if a person requires hospitalization, and the injury is fully reversible:</a:t>
            </a:r>
            <a:endParaRPr>
              <a:solidFill>
                <a:schemeClr val="lt1"/>
              </a:solidFill>
            </a:endParaRPr>
          </a:p>
          <a:p>
            <a:pPr indent="-270000" lvl="1" marL="720000" rtl="0" algn="l">
              <a:lnSpc>
                <a:spcPct val="90000"/>
              </a:lnSpc>
              <a:spcBef>
                <a:spcPts val="900"/>
              </a:spcBef>
              <a:spcAft>
                <a:spcPts val="0"/>
              </a:spcAft>
              <a:buClr>
                <a:schemeClr val="lt1"/>
              </a:buClr>
              <a:buSzPts val="1050"/>
              <a:buChar char="🞚"/>
            </a:pPr>
            <a:r>
              <a:rPr lang="en-US" sz="1500">
                <a:solidFill>
                  <a:schemeClr val="lt1"/>
                </a:solidFill>
              </a:rPr>
              <a:t>I.e.; Head trauma, broken bones, lacerations to the skin that requires suturing.</a:t>
            </a:r>
            <a:endParaRPr>
              <a:solidFill>
                <a:schemeClr val="lt1"/>
              </a:solidFill>
            </a:endParaRPr>
          </a:p>
        </p:txBody>
      </p:sp>
      <p:pic>
        <p:nvPicPr>
          <p:cNvPr descr="Decorative graphic for a drone crash" id="262" name="Google Shape;262;p31"/>
          <p:cNvPicPr preferRelativeResize="0"/>
          <p:nvPr/>
        </p:nvPicPr>
        <p:blipFill rotWithShape="1">
          <a:blip r:embed="rId5">
            <a:alphaModFix/>
          </a:blip>
          <a:srcRect b="54562" l="0" r="32660" t="0"/>
          <a:stretch/>
        </p:blipFill>
        <p:spPr>
          <a:xfrm>
            <a:off x="0" y="0"/>
            <a:ext cx="6330574" cy="28476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2"/>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Regulations</a:t>
            </a:r>
            <a:br>
              <a:rPr lang="en-US"/>
            </a:br>
            <a:r>
              <a:rPr lang="en-US"/>
              <a:t>FAA Inspections</a:t>
            </a:r>
            <a:endParaRPr/>
          </a:p>
        </p:txBody>
      </p:sp>
      <p:sp>
        <p:nvSpPr>
          <p:cNvPr id="268" name="Google Shape;268;p32"/>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You must make available to the FAA, upon request, the sUAS for inspection or testing. </a:t>
            </a:r>
            <a:endParaRPr/>
          </a:p>
          <a:p>
            <a:pPr indent="-306000" lvl="0" marL="342900" rtl="0" algn="l">
              <a:spcBef>
                <a:spcPts val="1000"/>
              </a:spcBef>
              <a:spcAft>
                <a:spcPts val="0"/>
              </a:spcAft>
              <a:buSzPts val="1400"/>
              <a:buChar char="◈"/>
            </a:pPr>
            <a:r>
              <a:rPr lang="en-US"/>
              <a:t>Documentation required on-site (Physical or digital):</a:t>
            </a:r>
            <a:endParaRPr/>
          </a:p>
          <a:p>
            <a:pPr indent="-270000" lvl="1" marL="720000" rtl="0" algn="l">
              <a:spcBef>
                <a:spcPts val="960"/>
              </a:spcBef>
              <a:spcAft>
                <a:spcPts val="0"/>
              </a:spcAft>
              <a:buSzPts val="1260"/>
              <a:buChar char="🞚"/>
            </a:pPr>
            <a:r>
              <a:rPr lang="en-US"/>
              <a:t>Pilot certificate</a:t>
            </a:r>
            <a:endParaRPr/>
          </a:p>
          <a:p>
            <a:pPr indent="-270000" lvl="1" marL="720000" rtl="0" algn="l">
              <a:spcBef>
                <a:spcPts val="960"/>
              </a:spcBef>
              <a:spcAft>
                <a:spcPts val="0"/>
              </a:spcAft>
              <a:buSzPts val="1260"/>
              <a:buChar char="🞚"/>
            </a:pPr>
            <a:r>
              <a:rPr lang="en-US"/>
              <a:t>Aircraft Registration</a:t>
            </a:r>
            <a:endParaRPr/>
          </a:p>
          <a:p>
            <a:pPr indent="-270000" lvl="1" marL="720000" rtl="0" algn="l">
              <a:spcBef>
                <a:spcPts val="960"/>
              </a:spcBef>
              <a:spcAft>
                <a:spcPts val="0"/>
              </a:spcAft>
              <a:buSzPts val="1260"/>
              <a:buChar char="🞚"/>
            </a:pPr>
            <a:r>
              <a:rPr lang="en-US"/>
              <a:t>Any waivers or exemptions</a:t>
            </a:r>
            <a:endParaRPr/>
          </a:p>
          <a:p>
            <a:pPr indent="-270000" lvl="1" marL="720000" rtl="0" algn="l">
              <a:spcBef>
                <a:spcPts val="960"/>
              </a:spcBef>
              <a:spcAft>
                <a:spcPts val="0"/>
              </a:spcAft>
              <a:buSzPts val="1260"/>
              <a:buChar char="🞚"/>
            </a:pPr>
            <a:r>
              <a:rPr lang="en-US"/>
              <a:t>Other documents related to the operation. </a:t>
            </a:r>
            <a:endParaRPr/>
          </a:p>
        </p:txBody>
      </p:sp>
      <p:pic>
        <p:nvPicPr>
          <p:cNvPr descr="FAA Logo" id="269" name="Google Shape;269;p32"/>
          <p:cNvPicPr preferRelativeResize="0"/>
          <p:nvPr/>
        </p:nvPicPr>
        <p:blipFill rotWithShape="1">
          <a:blip r:embed="rId3">
            <a:alphaModFix/>
          </a:blip>
          <a:srcRect b="0" l="0" r="0" t="0"/>
          <a:stretch/>
        </p:blipFill>
        <p:spPr>
          <a:xfrm>
            <a:off x="9031471" y="457644"/>
            <a:ext cx="1161374" cy="1198605"/>
          </a:xfrm>
          <a:prstGeom prst="rect">
            <a:avLst/>
          </a:prstGeom>
          <a:noFill/>
          <a:ln>
            <a:noFill/>
          </a:ln>
        </p:spPr>
      </p:pic>
      <p:pic>
        <p:nvPicPr>
          <p:cNvPr descr="Sample of an FAA Remote pilot certificate" id="270" name="Google Shape;270;p32"/>
          <p:cNvPicPr preferRelativeResize="0"/>
          <p:nvPr/>
        </p:nvPicPr>
        <p:blipFill rotWithShape="1">
          <a:blip r:embed="rId4">
            <a:alphaModFix/>
          </a:blip>
          <a:srcRect b="0" l="0" r="0" t="0"/>
          <a:stretch/>
        </p:blipFill>
        <p:spPr>
          <a:xfrm>
            <a:off x="6373678" y="2955136"/>
            <a:ext cx="5514731" cy="349266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3"/>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Regulations</a:t>
            </a:r>
            <a:br>
              <a:rPr lang="en-US"/>
            </a:br>
            <a:r>
              <a:rPr lang="en-US"/>
              <a:t>sUAS Registration</a:t>
            </a:r>
            <a:endParaRPr/>
          </a:p>
        </p:txBody>
      </p:sp>
      <p:sp>
        <p:nvSpPr>
          <p:cNvPr id="276" name="Google Shape;276;p33"/>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Aircraft must be registered with the FAA if:</a:t>
            </a:r>
            <a:endParaRPr/>
          </a:p>
          <a:p>
            <a:pPr indent="-270000" lvl="1" marL="720000" rtl="0" algn="l">
              <a:spcBef>
                <a:spcPts val="960"/>
              </a:spcBef>
              <a:spcAft>
                <a:spcPts val="0"/>
              </a:spcAft>
              <a:buSzPts val="1260"/>
              <a:buChar char="🞚"/>
            </a:pPr>
            <a:r>
              <a:rPr lang="en-US"/>
              <a:t>Greater than 0.55 pounds, less than 55 pounds and operated under provision 14 CFR Part 107. </a:t>
            </a:r>
            <a:endParaRPr/>
          </a:p>
          <a:p>
            <a:pPr indent="-306000" lvl="0" marL="342900" rtl="0" algn="l">
              <a:spcBef>
                <a:spcPts val="1000"/>
              </a:spcBef>
              <a:spcAft>
                <a:spcPts val="0"/>
              </a:spcAft>
              <a:buSzPts val="1400"/>
              <a:buChar char="◈"/>
            </a:pPr>
            <a:r>
              <a:rPr lang="en-US"/>
              <a:t>Person must be at least 13 years of age to register aircraft.</a:t>
            </a:r>
            <a:endParaRPr/>
          </a:p>
        </p:txBody>
      </p:sp>
      <p:sp>
        <p:nvSpPr>
          <p:cNvPr id="277" name="Google Shape;277;p33"/>
          <p:cNvSpPr txBox="1"/>
          <p:nvPr/>
        </p:nvSpPr>
        <p:spPr>
          <a:xfrm>
            <a:off x="3033199" y="6015550"/>
            <a:ext cx="63090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chemeClr val="hlink"/>
                </a:solidFill>
                <a:latin typeface="Lustria"/>
                <a:ea typeface="Lustria"/>
                <a:cs typeface="Lustria"/>
                <a:sym typeface="Lustria"/>
                <a:hlinkClick r:id="rId3"/>
              </a:rPr>
              <a:t>https://www.faa.gov/uas/getting_started/</a:t>
            </a:r>
            <a:r>
              <a:rPr lang="en-US" sz="1800" u="sng">
                <a:solidFill>
                  <a:schemeClr val="hlink"/>
                </a:solidFill>
                <a:latin typeface="Lustria"/>
                <a:ea typeface="Lustria"/>
                <a:cs typeface="Lustria"/>
                <a:sym typeface="Lustria"/>
                <a:hlinkClick r:id="rId4"/>
              </a:rPr>
              <a:t>registration</a:t>
            </a:r>
            <a:r>
              <a:rPr lang="en-US" sz="1800" u="sng">
                <a:solidFill>
                  <a:schemeClr val="hlink"/>
                </a:solidFill>
                <a:latin typeface="Lustria"/>
                <a:ea typeface="Lustria"/>
                <a:cs typeface="Lustria"/>
                <a:sym typeface="Lustria"/>
                <a:hlinkClick r:id="rId5"/>
              </a:rPr>
              <a:t>/</a:t>
            </a:r>
            <a:endParaRPr sz="1800">
              <a:solidFill>
                <a:schemeClr val="lt1"/>
              </a:solidFill>
              <a:latin typeface="Lustria"/>
              <a:ea typeface="Lustria"/>
              <a:cs typeface="Lustria"/>
              <a:sym typeface="Lustria"/>
            </a:endParaRPr>
          </a:p>
          <a:p>
            <a:pPr indent="0" lvl="0" marL="0" marR="0" rtl="0" algn="l">
              <a:spcBef>
                <a:spcPts val="0"/>
              </a:spcBef>
              <a:spcAft>
                <a:spcPts val="0"/>
              </a:spcAft>
              <a:buNone/>
            </a:pPr>
            <a:r>
              <a:t/>
            </a:r>
            <a:endParaRPr sz="1800">
              <a:solidFill>
                <a:schemeClr val="lt1"/>
              </a:solidFill>
              <a:latin typeface="Lustria"/>
              <a:ea typeface="Lustria"/>
              <a:cs typeface="Lustria"/>
              <a:sym typeface="Lustria"/>
            </a:endParaRPr>
          </a:p>
        </p:txBody>
      </p:sp>
      <p:pic>
        <p:nvPicPr>
          <p:cNvPr descr="Agricultural Spraying Drone" id="278" name="Google Shape;278;p33"/>
          <p:cNvPicPr preferRelativeResize="0"/>
          <p:nvPr/>
        </p:nvPicPr>
        <p:blipFill rotWithShape="1">
          <a:blip r:embed="rId6">
            <a:alphaModFix/>
          </a:blip>
          <a:srcRect b="0" l="0" r="0" t="0"/>
          <a:stretch/>
        </p:blipFill>
        <p:spPr>
          <a:xfrm>
            <a:off x="3840228" y="3273705"/>
            <a:ext cx="4874394" cy="274184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4"/>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Regulations</a:t>
            </a:r>
            <a:br>
              <a:rPr lang="en-US"/>
            </a:br>
            <a:r>
              <a:rPr lang="en-US"/>
              <a:t>Pre-flight action and inspection</a:t>
            </a:r>
            <a:endParaRPr/>
          </a:p>
        </p:txBody>
      </p:sp>
      <p:sp>
        <p:nvSpPr>
          <p:cNvPr id="284" name="Google Shape;284;p34"/>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The remote PIC is responsible for:</a:t>
            </a:r>
            <a:endParaRPr/>
          </a:p>
          <a:p>
            <a:pPr indent="-270000" lvl="1" marL="720000" rtl="0" algn="l">
              <a:spcBef>
                <a:spcPts val="960"/>
              </a:spcBef>
              <a:spcAft>
                <a:spcPts val="0"/>
              </a:spcAft>
              <a:buSzPts val="1260"/>
              <a:buChar char="🞚"/>
            </a:pPr>
            <a:r>
              <a:rPr lang="en-US"/>
              <a:t> inspecting the aircraft before each flight.</a:t>
            </a:r>
            <a:endParaRPr/>
          </a:p>
          <a:p>
            <a:pPr indent="-270000" lvl="1" marL="720000" rtl="0" algn="l">
              <a:spcBef>
                <a:spcPts val="960"/>
              </a:spcBef>
              <a:spcAft>
                <a:spcPts val="0"/>
              </a:spcAft>
              <a:buSzPts val="1260"/>
              <a:buChar char="🞚"/>
            </a:pPr>
            <a:r>
              <a:rPr lang="en-US"/>
              <a:t>Assessing the environment for the flight including weather, airspace, flight restrictions (TFRs), hazards on the ground or in the air. </a:t>
            </a:r>
            <a:endParaRPr/>
          </a:p>
          <a:p>
            <a:pPr indent="-217100" lvl="0" marL="342900" rtl="0" algn="l">
              <a:spcBef>
                <a:spcPts val="1000"/>
              </a:spcBef>
              <a:spcAft>
                <a:spcPts val="0"/>
              </a:spcAft>
              <a:buSzPts val="1400"/>
              <a:buNone/>
            </a:pPr>
            <a:r>
              <a:t/>
            </a:r>
            <a:endParaRPr/>
          </a:p>
        </p:txBody>
      </p:sp>
      <p:pic>
        <p:nvPicPr>
          <p:cNvPr descr="FAA AM I SAFE checklist" id="285" name="Google Shape;285;p34"/>
          <p:cNvPicPr preferRelativeResize="0"/>
          <p:nvPr/>
        </p:nvPicPr>
        <p:blipFill rotWithShape="1">
          <a:blip r:embed="rId3">
            <a:alphaModFix/>
          </a:blip>
          <a:srcRect b="0" l="0" r="0" t="0"/>
          <a:stretch/>
        </p:blipFill>
        <p:spPr>
          <a:xfrm>
            <a:off x="3080950" y="3420813"/>
            <a:ext cx="6223687" cy="322853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5"/>
          <p:cNvSpPr txBox="1"/>
          <p:nvPr>
            <p:ph type="title"/>
          </p:nvPr>
        </p:nvSpPr>
        <p:spPr>
          <a:xfrm>
            <a:off x="5279472" y="609600"/>
            <a:ext cx="5844759"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lt2"/>
              </a:buClr>
              <a:buSzPct val="100000"/>
              <a:buFont typeface="Lustria"/>
              <a:buNone/>
            </a:pPr>
            <a:r>
              <a:rPr lang="en-US" sz="3100"/>
              <a:t>Regulations</a:t>
            </a:r>
            <a:br>
              <a:rPr lang="en-US" sz="3100"/>
            </a:br>
            <a:r>
              <a:rPr lang="en-US" sz="3100"/>
              <a:t>Carriage of Hazardous Material</a:t>
            </a:r>
            <a:endParaRPr/>
          </a:p>
        </p:txBody>
      </p:sp>
      <p:pic>
        <p:nvPicPr>
          <p:cNvPr id="291" name="Google Shape;291;p35"/>
          <p:cNvPicPr preferRelativeResize="0"/>
          <p:nvPr/>
        </p:nvPicPr>
        <p:blipFill rotWithShape="1">
          <a:blip r:embed="rId3">
            <a:alphaModFix/>
          </a:blip>
          <a:srcRect b="1446" l="0" r="2807" t="964"/>
          <a:stretch/>
        </p:blipFill>
        <p:spPr>
          <a:xfrm>
            <a:off x="-10650" y="1"/>
            <a:ext cx="4966697" cy="6858000"/>
          </a:xfrm>
          <a:prstGeom prst="rect">
            <a:avLst/>
          </a:prstGeom>
          <a:noFill/>
          <a:ln>
            <a:noFill/>
          </a:ln>
        </p:spPr>
      </p:pic>
      <p:pic>
        <p:nvPicPr>
          <p:cNvPr descr="HAZMAT Symbol" id="292" name="Google Shape;292;p35"/>
          <p:cNvPicPr preferRelativeResize="0"/>
          <p:nvPr/>
        </p:nvPicPr>
        <p:blipFill rotWithShape="1">
          <a:blip r:embed="rId4">
            <a:alphaModFix/>
          </a:blip>
          <a:srcRect b="0" l="0" r="0" t="0"/>
          <a:stretch/>
        </p:blipFill>
        <p:spPr>
          <a:xfrm>
            <a:off x="632815" y="1193554"/>
            <a:ext cx="4003193" cy="4003193"/>
          </a:xfrm>
          <a:prstGeom prst="rect">
            <a:avLst/>
          </a:prstGeom>
          <a:noFill/>
          <a:ln>
            <a:noFill/>
          </a:ln>
        </p:spPr>
      </p:pic>
      <p:sp>
        <p:nvSpPr>
          <p:cNvPr id="293" name="Google Shape;293;p35"/>
          <p:cNvSpPr txBox="1"/>
          <p:nvPr>
            <p:ph idx="1" type="body"/>
          </p:nvPr>
        </p:nvSpPr>
        <p:spPr>
          <a:xfrm>
            <a:off x="5279472" y="1828801"/>
            <a:ext cx="5844760" cy="3866048"/>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306000" lvl="0" marL="342900" rtl="0" algn="l">
              <a:spcBef>
                <a:spcPts val="0"/>
              </a:spcBef>
              <a:spcAft>
                <a:spcPts val="0"/>
              </a:spcAft>
              <a:buClr>
                <a:srgbClr val="FBF800"/>
              </a:buClr>
              <a:buSzPts val="1400"/>
              <a:buChar char="◈"/>
            </a:pPr>
            <a:r>
              <a:rPr lang="en-US"/>
              <a:t>A SUAS may not carry hazardous material. </a:t>
            </a:r>
            <a:endParaRPr/>
          </a:p>
          <a:p>
            <a:pPr indent="-306000" lvl="0" marL="342900" rtl="0" algn="l">
              <a:spcBef>
                <a:spcPts val="1000"/>
              </a:spcBef>
              <a:spcAft>
                <a:spcPts val="0"/>
              </a:spcAft>
              <a:buClr>
                <a:srgbClr val="FBF800"/>
              </a:buClr>
              <a:buSzPts val="1400"/>
              <a:buChar char="◈"/>
            </a:pPr>
            <a:r>
              <a:rPr lang="en-US"/>
              <a:t>Lithium batteries installed on a sUAS for power during operation are NOT considered a hazardous material under part 107.</a:t>
            </a:r>
            <a:endParaRPr/>
          </a:p>
          <a:p>
            <a:pPr indent="-306000" lvl="0" marL="342900" rtl="0" algn="l">
              <a:spcBef>
                <a:spcPts val="1000"/>
              </a:spcBef>
              <a:spcAft>
                <a:spcPts val="0"/>
              </a:spcAft>
              <a:buClr>
                <a:srgbClr val="FBF800"/>
              </a:buClr>
              <a:buSzPts val="1400"/>
              <a:buChar char="◈"/>
            </a:pPr>
            <a:r>
              <a:rPr lang="en-US"/>
              <a:t>Extra batteries being carried on-board do qualify as hazardous material.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6"/>
          <p:cNvSpPr txBox="1"/>
          <p:nvPr>
            <p:ph type="title"/>
          </p:nvPr>
        </p:nvSpPr>
        <p:spPr>
          <a:xfrm>
            <a:off x="913795" y="609600"/>
            <a:ext cx="597807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3100"/>
              <a:buFont typeface="Lustria"/>
              <a:buNone/>
            </a:pPr>
            <a:r>
              <a:rPr lang="en-US" sz="3100"/>
              <a:t>Regulations</a:t>
            </a:r>
            <a:br>
              <a:rPr lang="en-US" sz="3100"/>
            </a:br>
            <a:r>
              <a:rPr lang="en-US" sz="3100"/>
              <a:t>Daylight Operations</a:t>
            </a:r>
            <a:endParaRPr/>
          </a:p>
        </p:txBody>
      </p:sp>
      <p:sp>
        <p:nvSpPr>
          <p:cNvPr id="299" name="Google Shape;299;p36"/>
          <p:cNvSpPr txBox="1"/>
          <p:nvPr>
            <p:ph idx="1" type="body"/>
          </p:nvPr>
        </p:nvSpPr>
        <p:spPr>
          <a:xfrm>
            <a:off x="913795" y="1828801"/>
            <a:ext cx="5978072" cy="3866048"/>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306000" lvl="0" marL="342900" rtl="0" algn="l">
              <a:spcBef>
                <a:spcPts val="0"/>
              </a:spcBef>
              <a:spcAft>
                <a:spcPts val="0"/>
              </a:spcAft>
              <a:buClr>
                <a:srgbClr val="FFF224"/>
              </a:buClr>
              <a:buSzPts val="1400"/>
              <a:buChar char="◈"/>
            </a:pPr>
            <a:r>
              <a:rPr lang="en-US"/>
              <a:t>A remote PIC may not operate a sUAS at night.</a:t>
            </a:r>
            <a:endParaRPr/>
          </a:p>
          <a:p>
            <a:pPr indent="-306000" lvl="0" marL="342900" rtl="0" algn="l">
              <a:spcBef>
                <a:spcPts val="1000"/>
              </a:spcBef>
              <a:spcAft>
                <a:spcPts val="0"/>
              </a:spcAft>
              <a:buClr>
                <a:srgbClr val="FFF224"/>
              </a:buClr>
              <a:buSzPts val="1400"/>
              <a:buChar char="◈"/>
            </a:pPr>
            <a:r>
              <a:rPr lang="en-US"/>
              <a:t>The FAA defines night as “the time between the end of evening civil twilight and the beginning of morning civil twilight”. </a:t>
            </a:r>
            <a:endParaRPr/>
          </a:p>
          <a:p>
            <a:pPr indent="-306000" lvl="0" marL="342900" rtl="0" algn="l">
              <a:spcBef>
                <a:spcPts val="1000"/>
              </a:spcBef>
              <a:spcAft>
                <a:spcPts val="0"/>
              </a:spcAft>
              <a:buClr>
                <a:srgbClr val="FFF224"/>
              </a:buClr>
              <a:buSzPts val="1400"/>
              <a:buChar char="◈"/>
            </a:pPr>
            <a:r>
              <a:rPr lang="en-US"/>
              <a:t>Night therefore is 30 minutes after sunset to 30 minutes before sunrise.</a:t>
            </a:r>
            <a:endParaRPr/>
          </a:p>
          <a:p>
            <a:pPr indent="-306000" lvl="0" marL="342900" rtl="0" algn="l">
              <a:spcBef>
                <a:spcPts val="1000"/>
              </a:spcBef>
              <a:spcAft>
                <a:spcPts val="0"/>
              </a:spcAft>
              <a:buClr>
                <a:srgbClr val="FFF224"/>
              </a:buClr>
              <a:buSzPts val="1400"/>
              <a:buChar char="◈"/>
            </a:pPr>
            <a:r>
              <a:rPr lang="en-US"/>
              <a:t>An anti-collision light visible for 3 miles must be installed on a sUAS if operated 30 minutes before sunrise or 30 minutes after sunset. </a:t>
            </a:r>
            <a:endParaRPr/>
          </a:p>
        </p:txBody>
      </p:sp>
      <p:pic>
        <p:nvPicPr>
          <p:cNvPr id="300" name="Google Shape;300;p36"/>
          <p:cNvPicPr preferRelativeResize="0"/>
          <p:nvPr/>
        </p:nvPicPr>
        <p:blipFill rotWithShape="1">
          <a:blip r:embed="rId3">
            <a:alphaModFix/>
          </a:blip>
          <a:srcRect b="1446" l="0" r="2807" t="964"/>
          <a:stretch/>
        </p:blipFill>
        <p:spPr>
          <a:xfrm>
            <a:off x="7232905" y="1"/>
            <a:ext cx="4959095" cy="6858000"/>
          </a:xfrm>
          <a:prstGeom prst="rect">
            <a:avLst/>
          </a:prstGeom>
          <a:noFill/>
          <a:ln>
            <a:noFill/>
          </a:ln>
        </p:spPr>
      </p:pic>
      <p:pic>
        <p:nvPicPr>
          <p:cNvPr descr="Decorative image of a sunset" id="301" name="Google Shape;301;p36"/>
          <p:cNvPicPr preferRelativeResize="0"/>
          <p:nvPr/>
        </p:nvPicPr>
        <p:blipFill rotWithShape="1">
          <a:blip r:embed="rId4">
            <a:alphaModFix/>
          </a:blip>
          <a:srcRect b="1" l="24955" r="22785" t="0"/>
          <a:stretch/>
        </p:blipFill>
        <p:spPr>
          <a:xfrm>
            <a:off x="7552945" y="643465"/>
            <a:ext cx="3995592" cy="510337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7"/>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3100"/>
              <a:buFont typeface="Lustria"/>
              <a:buNone/>
            </a:pPr>
            <a:r>
              <a:rPr lang="en-US" sz="3100"/>
              <a:t>Regulations</a:t>
            </a:r>
            <a:br>
              <a:rPr lang="en-US" sz="3100"/>
            </a:br>
            <a:r>
              <a:rPr lang="en-US" sz="3100"/>
              <a:t>Visual Line of Sight</a:t>
            </a:r>
            <a:endParaRPr/>
          </a:p>
        </p:txBody>
      </p:sp>
      <p:sp>
        <p:nvSpPr>
          <p:cNvPr id="307" name="Google Shape;307;p37"/>
          <p:cNvSpPr txBox="1"/>
          <p:nvPr>
            <p:ph idx="1" type="body"/>
          </p:nvPr>
        </p:nvSpPr>
        <p:spPr>
          <a:xfrm>
            <a:off x="913795" y="1732449"/>
            <a:ext cx="5546272" cy="4058751"/>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lnSpcReduction="10000"/>
          </a:bodyPr>
          <a:lstStyle/>
          <a:p>
            <a:pPr indent="-306000" lvl="0" marL="342900" rtl="0" algn="l">
              <a:spcBef>
                <a:spcPts val="0"/>
              </a:spcBef>
              <a:spcAft>
                <a:spcPts val="0"/>
              </a:spcAft>
              <a:buSzPts val="1400"/>
              <a:buChar char="◈"/>
            </a:pPr>
            <a:r>
              <a:rPr lang="en-US"/>
              <a:t>VLOS-Visual Line of sight</a:t>
            </a:r>
            <a:endParaRPr/>
          </a:p>
          <a:p>
            <a:pPr indent="-306000" lvl="0" marL="342900" rtl="0" algn="l">
              <a:spcBef>
                <a:spcPts val="1000"/>
              </a:spcBef>
              <a:spcAft>
                <a:spcPts val="0"/>
              </a:spcAft>
              <a:buSzPts val="1400"/>
              <a:buChar char="◈"/>
            </a:pPr>
            <a:r>
              <a:rPr lang="en-US"/>
              <a:t>A sUAS must remain in VLOS.</a:t>
            </a:r>
            <a:endParaRPr/>
          </a:p>
          <a:p>
            <a:pPr indent="-306000" lvl="0" marL="342900" rtl="0" algn="l">
              <a:spcBef>
                <a:spcPts val="1000"/>
              </a:spcBef>
              <a:spcAft>
                <a:spcPts val="0"/>
              </a:spcAft>
              <a:buSzPts val="1400"/>
              <a:buChar char="◈"/>
            </a:pPr>
            <a:r>
              <a:rPr lang="en-US"/>
              <a:t>Binoculars or other aides may be used </a:t>
            </a:r>
            <a:r>
              <a:rPr b="1" lang="en-US" u="sng"/>
              <a:t>only temporarily </a:t>
            </a:r>
            <a:r>
              <a:rPr lang="en-US"/>
              <a:t>to aide in vision of aircraft.</a:t>
            </a:r>
            <a:endParaRPr/>
          </a:p>
          <a:p>
            <a:pPr indent="-306000" lvl="0" marL="342900" rtl="0" algn="l">
              <a:spcBef>
                <a:spcPts val="1000"/>
              </a:spcBef>
              <a:spcAft>
                <a:spcPts val="0"/>
              </a:spcAft>
              <a:buSzPts val="1400"/>
              <a:buChar char="◈"/>
            </a:pPr>
            <a:r>
              <a:rPr lang="en-US"/>
              <a:t>The sUAS may be intentionally dropped out of sight briefly as long as VLOS is regained as soon as possible.</a:t>
            </a:r>
            <a:endParaRPr/>
          </a:p>
          <a:p>
            <a:pPr indent="-306000" lvl="0" marL="342900" rtl="0" algn="l">
              <a:spcBef>
                <a:spcPts val="1000"/>
              </a:spcBef>
              <a:spcAft>
                <a:spcPts val="0"/>
              </a:spcAft>
              <a:buSzPts val="1400"/>
              <a:buChar char="◈"/>
            </a:pPr>
            <a:r>
              <a:rPr lang="en-US"/>
              <a:t>The PIC is still required to see and avoid at all times even if VLOS is temporarily lost. </a:t>
            </a:r>
            <a:endParaRPr/>
          </a:p>
          <a:p>
            <a:pPr indent="-217100" lvl="0" marL="342900" rtl="0" algn="l">
              <a:spcBef>
                <a:spcPts val="1000"/>
              </a:spcBef>
              <a:spcAft>
                <a:spcPts val="0"/>
              </a:spcAft>
              <a:buSzPts val="1400"/>
              <a:buNone/>
            </a:pPr>
            <a:r>
              <a:t/>
            </a:r>
            <a:endParaRPr/>
          </a:p>
        </p:txBody>
      </p:sp>
      <p:pic>
        <p:nvPicPr>
          <p:cNvPr descr="Diagram showing a remote pilot maintaining direct visual line of sight with a drone.&#10;" id="308" name="Google Shape;308;p37"/>
          <p:cNvPicPr preferRelativeResize="0"/>
          <p:nvPr/>
        </p:nvPicPr>
        <p:blipFill rotWithShape="1">
          <a:blip r:embed="rId3">
            <a:alphaModFix/>
          </a:blip>
          <a:srcRect b="0" l="0" r="0" t="0"/>
          <a:stretch/>
        </p:blipFill>
        <p:spPr>
          <a:xfrm>
            <a:off x="7470289" y="2132822"/>
            <a:ext cx="3258006" cy="325800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8"/>
          <p:cNvSpPr txBox="1"/>
          <p:nvPr>
            <p:ph type="title"/>
          </p:nvPr>
        </p:nvSpPr>
        <p:spPr>
          <a:xfrm>
            <a:off x="913795" y="609600"/>
            <a:ext cx="597807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3100"/>
              <a:buFont typeface="Lustria"/>
              <a:buNone/>
            </a:pPr>
            <a:r>
              <a:rPr lang="en-US" sz="3100"/>
              <a:t>Regulations</a:t>
            </a:r>
            <a:br>
              <a:rPr lang="en-US" sz="3100"/>
            </a:br>
            <a:r>
              <a:rPr lang="en-US" sz="3100"/>
              <a:t>Operating Limitations</a:t>
            </a:r>
            <a:endParaRPr/>
          </a:p>
        </p:txBody>
      </p:sp>
      <p:sp>
        <p:nvSpPr>
          <p:cNvPr id="314" name="Google Shape;314;p38"/>
          <p:cNvSpPr txBox="1"/>
          <p:nvPr>
            <p:ph idx="1" type="body"/>
          </p:nvPr>
        </p:nvSpPr>
        <p:spPr>
          <a:xfrm>
            <a:off x="913795" y="1828801"/>
            <a:ext cx="5978072" cy="3866048"/>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306000" lvl="0" marL="342900" rtl="0" algn="l">
              <a:lnSpc>
                <a:spcPct val="90000"/>
              </a:lnSpc>
              <a:spcBef>
                <a:spcPts val="0"/>
              </a:spcBef>
              <a:spcAft>
                <a:spcPts val="0"/>
              </a:spcAft>
              <a:buClr>
                <a:srgbClr val="BA9963"/>
              </a:buClr>
              <a:buSzPts val="1190"/>
              <a:buChar char="◈"/>
            </a:pPr>
            <a:r>
              <a:rPr lang="en-US" sz="1700"/>
              <a:t>A sUAS must follow the following operating limitations:</a:t>
            </a:r>
            <a:endParaRPr/>
          </a:p>
          <a:p>
            <a:pPr indent="-270000" lvl="1" marL="720000" rtl="0" algn="l">
              <a:lnSpc>
                <a:spcPct val="90000"/>
              </a:lnSpc>
              <a:spcBef>
                <a:spcPts val="940"/>
              </a:spcBef>
              <a:spcAft>
                <a:spcPts val="0"/>
              </a:spcAft>
              <a:buClr>
                <a:srgbClr val="BA9963"/>
              </a:buClr>
              <a:buSzPts val="1190"/>
              <a:buChar char="🞚"/>
            </a:pPr>
            <a:r>
              <a:rPr lang="en-US" sz="1700"/>
              <a:t>Cannot be flown faster than a ground speed of 87 knots (100 mph)</a:t>
            </a:r>
            <a:endParaRPr/>
          </a:p>
          <a:p>
            <a:pPr indent="-270000" lvl="1" marL="720000" rtl="0" algn="l">
              <a:lnSpc>
                <a:spcPct val="90000"/>
              </a:lnSpc>
              <a:spcBef>
                <a:spcPts val="940"/>
              </a:spcBef>
              <a:spcAft>
                <a:spcPts val="0"/>
              </a:spcAft>
              <a:buClr>
                <a:srgbClr val="BA9963"/>
              </a:buClr>
              <a:buSzPts val="1190"/>
              <a:buChar char="🞚"/>
            </a:pPr>
            <a:r>
              <a:rPr lang="en-US" sz="1700"/>
              <a:t>Cannot be flown over 400 feet AGL (above ground level) unless:</a:t>
            </a:r>
            <a:endParaRPr/>
          </a:p>
          <a:p>
            <a:pPr indent="-216000" lvl="2" marL="1026000" rtl="0" algn="l">
              <a:lnSpc>
                <a:spcPct val="90000"/>
              </a:lnSpc>
              <a:spcBef>
                <a:spcPts val="940"/>
              </a:spcBef>
              <a:spcAft>
                <a:spcPts val="0"/>
              </a:spcAft>
              <a:buClr>
                <a:srgbClr val="BA9963"/>
              </a:buClr>
              <a:buSzPts val="1190"/>
              <a:buChar char="◈"/>
            </a:pPr>
            <a:r>
              <a:rPr lang="en-US" sz="1700"/>
              <a:t>Flown within 400 foot radius of a structure and not flown more than 400 feet above the structure’s immediate uppermost limit. </a:t>
            </a:r>
            <a:endParaRPr/>
          </a:p>
          <a:p>
            <a:pPr indent="-270000" lvl="1" marL="720000" rtl="0" algn="l">
              <a:lnSpc>
                <a:spcPct val="90000"/>
              </a:lnSpc>
              <a:spcBef>
                <a:spcPts val="940"/>
              </a:spcBef>
              <a:spcAft>
                <a:spcPts val="0"/>
              </a:spcAft>
              <a:buClr>
                <a:srgbClr val="BA9963"/>
              </a:buClr>
              <a:buSzPts val="1190"/>
              <a:buChar char="🞚"/>
            </a:pPr>
            <a:r>
              <a:rPr lang="en-US" sz="1700"/>
              <a:t>Minimum visibility as observed from the location of the control station no less than 3 </a:t>
            </a:r>
            <a:r>
              <a:rPr lang="en-US" sz="1700"/>
              <a:t>statute</a:t>
            </a:r>
            <a:r>
              <a:rPr lang="en-US" sz="1700"/>
              <a:t> miles.</a:t>
            </a:r>
            <a:endParaRPr/>
          </a:p>
          <a:p>
            <a:pPr indent="-270000" lvl="1" marL="720000" rtl="0" algn="l">
              <a:lnSpc>
                <a:spcPct val="90000"/>
              </a:lnSpc>
              <a:spcBef>
                <a:spcPts val="940"/>
              </a:spcBef>
              <a:spcAft>
                <a:spcPts val="0"/>
              </a:spcAft>
              <a:buClr>
                <a:srgbClr val="BA9963"/>
              </a:buClr>
              <a:buSzPts val="1190"/>
              <a:buChar char="🞚"/>
            </a:pPr>
            <a:r>
              <a:rPr lang="en-US" sz="1700"/>
              <a:t>Minimum distance from clouds no less than 500 below and 2,000 feet horizontally from a cloud. </a:t>
            </a:r>
            <a:endParaRPr/>
          </a:p>
        </p:txBody>
      </p:sp>
      <p:pic>
        <p:nvPicPr>
          <p:cNvPr id="315" name="Google Shape;315;p38"/>
          <p:cNvPicPr preferRelativeResize="0"/>
          <p:nvPr/>
        </p:nvPicPr>
        <p:blipFill rotWithShape="1">
          <a:blip r:embed="rId3">
            <a:alphaModFix/>
          </a:blip>
          <a:srcRect b="1446" l="0" r="2807" t="964"/>
          <a:stretch/>
        </p:blipFill>
        <p:spPr>
          <a:xfrm>
            <a:off x="7232905" y="1"/>
            <a:ext cx="4959095" cy="6858000"/>
          </a:xfrm>
          <a:prstGeom prst="rect">
            <a:avLst/>
          </a:prstGeom>
          <a:noFill/>
          <a:ln>
            <a:noFill/>
          </a:ln>
        </p:spPr>
      </p:pic>
      <p:pic>
        <p:nvPicPr>
          <p:cNvPr descr="Aerial view of a communications tower, illustrating the Part 107 allowance to operate within 400 feet of a structure and up to 400 feet above its uppermost point." id="316" name="Google Shape;316;p38"/>
          <p:cNvPicPr preferRelativeResize="0"/>
          <p:nvPr/>
        </p:nvPicPr>
        <p:blipFill rotWithShape="1">
          <a:blip r:embed="rId4">
            <a:alphaModFix/>
          </a:blip>
          <a:srcRect b="3731" l="0" r="2" t="5905"/>
          <a:stretch/>
        </p:blipFill>
        <p:spPr>
          <a:xfrm>
            <a:off x="7552945" y="643465"/>
            <a:ext cx="3995592" cy="510337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9"/>
          <p:cNvSpPr txBox="1"/>
          <p:nvPr>
            <p:ph type="title"/>
          </p:nvPr>
        </p:nvSpPr>
        <p:spPr>
          <a:xfrm>
            <a:off x="913795" y="609600"/>
            <a:ext cx="3078749" cy="970450"/>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fontScale="90000"/>
          </a:bodyPr>
          <a:lstStyle/>
          <a:p>
            <a:pPr indent="0" lvl="0" marL="0" rtl="0" algn="l">
              <a:spcBef>
                <a:spcPts val="0"/>
              </a:spcBef>
              <a:spcAft>
                <a:spcPts val="0"/>
              </a:spcAft>
              <a:buClr>
                <a:schemeClr val="lt2"/>
              </a:buClr>
              <a:buSzPct val="100000"/>
              <a:buFont typeface="Lustria"/>
              <a:buNone/>
            </a:pPr>
            <a:r>
              <a:rPr lang="en-US" sz="2600"/>
              <a:t>Regulations</a:t>
            </a:r>
            <a:br>
              <a:rPr lang="en-US" sz="2600"/>
            </a:br>
            <a:r>
              <a:rPr lang="en-US" sz="2600"/>
              <a:t>Right-of-Way Rules</a:t>
            </a:r>
            <a:endParaRPr/>
          </a:p>
        </p:txBody>
      </p:sp>
      <p:sp>
        <p:nvSpPr>
          <p:cNvPr id="322" name="Google Shape;322;p39"/>
          <p:cNvSpPr txBox="1"/>
          <p:nvPr>
            <p:ph idx="1" type="body"/>
          </p:nvPr>
        </p:nvSpPr>
        <p:spPr>
          <a:xfrm>
            <a:off x="913795" y="1732449"/>
            <a:ext cx="3078749"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120"/>
              <a:buChar char="◈"/>
            </a:pPr>
            <a:r>
              <a:rPr lang="en-US" sz="1600"/>
              <a:t>No sUAS operation at an airport, heliport, or seaplane base that interferes with operations and traffic patterns. </a:t>
            </a:r>
            <a:endParaRPr/>
          </a:p>
          <a:p>
            <a:pPr indent="-306000" lvl="0" marL="342900" rtl="0" algn="l">
              <a:spcBef>
                <a:spcPts val="920"/>
              </a:spcBef>
              <a:spcAft>
                <a:spcPts val="0"/>
              </a:spcAft>
              <a:buSzPts val="1120"/>
              <a:buChar char="◈"/>
            </a:pPr>
            <a:r>
              <a:rPr lang="en-US" sz="1600"/>
              <a:t>sUAS must yield the right-of-way to all aircraft including those operating on the surface. </a:t>
            </a:r>
            <a:endParaRPr/>
          </a:p>
        </p:txBody>
      </p:sp>
      <p:pic>
        <p:nvPicPr>
          <p:cNvPr id="323" name="Google Shape;323;p39"/>
          <p:cNvPicPr preferRelativeResize="0"/>
          <p:nvPr/>
        </p:nvPicPr>
        <p:blipFill rotWithShape="1">
          <a:blip r:embed="rId3">
            <a:alphaModFix/>
          </a:blip>
          <a:srcRect b="1446" l="0" r="2807" t="964"/>
          <a:stretch/>
        </p:blipFill>
        <p:spPr>
          <a:xfrm>
            <a:off x="4552950" y="1"/>
            <a:ext cx="7639050" cy="6858000"/>
          </a:xfrm>
          <a:prstGeom prst="rect">
            <a:avLst/>
          </a:prstGeom>
          <a:noFill/>
          <a:ln>
            <a:noFill/>
          </a:ln>
        </p:spPr>
      </p:pic>
      <p:pic>
        <p:nvPicPr>
          <p:cNvPr descr="Helicopter on a helipad, illustrating that sUAS must yield right-of-way to manned aircraft and must not interfere with heliport operations." id="324" name="Google Shape;324;p39"/>
          <p:cNvPicPr preferRelativeResize="0"/>
          <p:nvPr/>
        </p:nvPicPr>
        <p:blipFill rotWithShape="1">
          <a:blip r:embed="rId4">
            <a:alphaModFix/>
          </a:blip>
          <a:srcRect b="0" l="20287" r="22010" t="0"/>
          <a:stretch/>
        </p:blipFill>
        <p:spPr>
          <a:xfrm>
            <a:off x="4654295" y="10"/>
            <a:ext cx="7537705" cy="685799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0"/>
          <p:cNvSpPr txBox="1"/>
          <p:nvPr>
            <p:ph type="title"/>
          </p:nvPr>
        </p:nvSpPr>
        <p:spPr>
          <a:xfrm>
            <a:off x="49850" y="71325"/>
            <a:ext cx="4794600" cy="970500"/>
          </a:xfrm>
          <a:prstGeom prst="rect">
            <a:avLst/>
          </a:prstGeom>
          <a:noFill/>
          <a:ln>
            <a:noFill/>
          </a:ln>
          <a:effectLst>
            <a:outerShdw blurRad="25400">
              <a:srgbClr val="000000">
                <a:alpha val="45880"/>
              </a:srgbClr>
            </a:outerShdw>
          </a:effectLst>
        </p:spPr>
        <p:txBody>
          <a:bodyPr anchorCtr="0" anchor="b" bIns="45700" lIns="91425" spcFirstLastPara="1" rIns="91425" wrap="square" tIns="45700">
            <a:normAutofit/>
          </a:bodyPr>
          <a:lstStyle/>
          <a:p>
            <a:pPr indent="0" lvl="0" marL="0" rtl="0" algn="l">
              <a:spcBef>
                <a:spcPts val="0"/>
              </a:spcBef>
              <a:spcAft>
                <a:spcPts val="0"/>
              </a:spcAft>
              <a:buClr>
                <a:schemeClr val="lt2"/>
              </a:buClr>
              <a:buSzPts val="2600"/>
              <a:buFont typeface="Lustria"/>
              <a:buNone/>
            </a:pPr>
            <a:r>
              <a:rPr lang="en-US" sz="2600"/>
              <a:t>Regulations</a:t>
            </a:r>
            <a:br>
              <a:rPr lang="en-US" sz="2600"/>
            </a:br>
            <a:r>
              <a:rPr lang="en-US" sz="2600"/>
              <a:t>Right-of-Way Rules</a:t>
            </a:r>
            <a:endParaRPr/>
          </a:p>
        </p:txBody>
      </p:sp>
      <p:pic>
        <p:nvPicPr>
          <p:cNvPr id="330" name="Google Shape;330;p40"/>
          <p:cNvPicPr preferRelativeResize="0"/>
          <p:nvPr/>
        </p:nvPicPr>
        <p:blipFill rotWithShape="1">
          <a:blip r:embed="rId3">
            <a:alphaModFix/>
          </a:blip>
          <a:srcRect b="1444" l="0" r="2809" t="966"/>
          <a:stretch/>
        </p:blipFill>
        <p:spPr>
          <a:xfrm>
            <a:off x="4552950" y="1"/>
            <a:ext cx="7639050" cy="6857999"/>
          </a:xfrm>
          <a:prstGeom prst="rect">
            <a:avLst/>
          </a:prstGeom>
          <a:noFill/>
          <a:ln>
            <a:noFill/>
          </a:ln>
        </p:spPr>
      </p:pic>
      <p:sp>
        <p:nvSpPr>
          <p:cNvPr id="331" name="Google Shape;331;p40"/>
          <p:cNvSpPr txBox="1"/>
          <p:nvPr/>
        </p:nvSpPr>
        <p:spPr>
          <a:xfrm>
            <a:off x="4739725" y="1289400"/>
            <a:ext cx="7256700" cy="4279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US">
                <a:solidFill>
                  <a:schemeClr val="dk1"/>
                </a:solidFill>
              </a:rPr>
              <a:t>In distress.  An (*manned) aircraft in distress has the right-of-way over all other air traffic.</a:t>
            </a:r>
            <a:endParaRPr b="1" i="1">
              <a:solidFill>
                <a:schemeClr val="dk1"/>
              </a:solidFill>
            </a:endParaRPr>
          </a:p>
          <a:p>
            <a:pPr indent="0" lvl="0" marL="0" rtl="0" algn="l">
              <a:spcBef>
                <a:spcPts val="0"/>
              </a:spcBef>
              <a:spcAft>
                <a:spcPts val="0"/>
              </a:spcAft>
              <a:buNone/>
            </a:pPr>
            <a:r>
              <a:t/>
            </a:r>
            <a:endParaRPr i="1">
              <a:solidFill>
                <a:schemeClr val="dk1"/>
              </a:solidFill>
            </a:endParaRPr>
          </a:p>
          <a:p>
            <a:pPr indent="0" lvl="0" marL="0" rtl="0" algn="l">
              <a:spcBef>
                <a:spcPts val="0"/>
              </a:spcBef>
              <a:spcAft>
                <a:spcPts val="0"/>
              </a:spcAft>
              <a:buNone/>
            </a:pPr>
            <a:r>
              <a:rPr i="1" lang="en-US">
                <a:solidFill>
                  <a:schemeClr val="dk1"/>
                </a:solidFill>
              </a:rPr>
              <a:t>(d) Converging. When aircraft of the same category are converging at approximately the same altitude (except head-on, or nearly so), the aircraft to the other's right has the right-of-way. If the aircraft are of different categories—</a:t>
            </a:r>
            <a:endParaRPr i="1">
              <a:solidFill>
                <a:schemeClr val="dk1"/>
              </a:solidFill>
            </a:endParaRPr>
          </a:p>
          <a:p>
            <a:pPr indent="0" lvl="0" marL="0" rtl="0" algn="l">
              <a:spcBef>
                <a:spcPts val="0"/>
              </a:spcBef>
              <a:spcAft>
                <a:spcPts val="0"/>
              </a:spcAft>
              <a:buNone/>
            </a:pPr>
            <a:r>
              <a:t/>
            </a:r>
            <a:endParaRPr i="1">
              <a:solidFill>
                <a:schemeClr val="dk1"/>
              </a:solidFill>
            </a:endParaRPr>
          </a:p>
          <a:p>
            <a:pPr indent="0" lvl="0" marL="0" rtl="0" algn="l">
              <a:spcBef>
                <a:spcPts val="0"/>
              </a:spcBef>
              <a:spcAft>
                <a:spcPts val="0"/>
              </a:spcAft>
              <a:buNone/>
            </a:pPr>
            <a:r>
              <a:rPr i="1" lang="en-US">
                <a:solidFill>
                  <a:schemeClr val="dk1"/>
                </a:solidFill>
              </a:rPr>
              <a:t>(1) A balloon has the right-of-way over any other category of aircraft;</a:t>
            </a:r>
            <a:endParaRPr i="1">
              <a:solidFill>
                <a:schemeClr val="dk1"/>
              </a:solidFill>
            </a:endParaRPr>
          </a:p>
          <a:p>
            <a:pPr indent="0" lvl="0" marL="0" rtl="0" algn="l">
              <a:spcBef>
                <a:spcPts val="0"/>
              </a:spcBef>
              <a:spcAft>
                <a:spcPts val="0"/>
              </a:spcAft>
              <a:buNone/>
            </a:pPr>
            <a:r>
              <a:t/>
            </a:r>
            <a:endParaRPr i="1">
              <a:solidFill>
                <a:schemeClr val="dk1"/>
              </a:solidFill>
            </a:endParaRPr>
          </a:p>
          <a:p>
            <a:pPr indent="0" lvl="0" marL="0" rtl="0" algn="l">
              <a:spcBef>
                <a:spcPts val="0"/>
              </a:spcBef>
              <a:spcAft>
                <a:spcPts val="0"/>
              </a:spcAft>
              <a:buNone/>
            </a:pPr>
            <a:r>
              <a:rPr i="1" lang="en-US">
                <a:solidFill>
                  <a:schemeClr val="dk1"/>
                </a:solidFill>
              </a:rPr>
              <a:t>(2) A glider has the right-of-way over an airship, powered parachute, weight-shift-control aircraft, airplane, powered-lift, or rotorcraft.</a:t>
            </a:r>
            <a:endParaRPr i="1">
              <a:solidFill>
                <a:schemeClr val="dk1"/>
              </a:solidFill>
            </a:endParaRPr>
          </a:p>
          <a:p>
            <a:pPr indent="0" lvl="0" marL="0" rtl="0" algn="l">
              <a:spcBef>
                <a:spcPts val="0"/>
              </a:spcBef>
              <a:spcAft>
                <a:spcPts val="0"/>
              </a:spcAft>
              <a:buNone/>
            </a:pPr>
            <a:r>
              <a:t/>
            </a:r>
            <a:endParaRPr i="1">
              <a:solidFill>
                <a:schemeClr val="dk1"/>
              </a:solidFill>
            </a:endParaRPr>
          </a:p>
          <a:p>
            <a:pPr indent="0" lvl="0" marL="0" rtl="0" algn="l">
              <a:spcBef>
                <a:spcPts val="0"/>
              </a:spcBef>
              <a:spcAft>
                <a:spcPts val="0"/>
              </a:spcAft>
              <a:buNone/>
            </a:pPr>
            <a:r>
              <a:rPr i="1" lang="en-US">
                <a:solidFill>
                  <a:schemeClr val="dk1"/>
                </a:solidFill>
              </a:rPr>
              <a:t>(3) An airship has the right-of-way over a powered parachute, weight-shift-control aircraft, airplane, powered-lift, or rotorcraft.</a:t>
            </a:r>
            <a:endParaRPr i="1">
              <a:solidFill>
                <a:schemeClr val="dk1"/>
              </a:solidFill>
            </a:endParaRPr>
          </a:p>
          <a:p>
            <a:pPr indent="0" lvl="0" marL="0" rtl="0" algn="l">
              <a:spcBef>
                <a:spcPts val="0"/>
              </a:spcBef>
              <a:spcAft>
                <a:spcPts val="0"/>
              </a:spcAft>
              <a:buNone/>
            </a:pPr>
            <a:r>
              <a:t/>
            </a:r>
            <a:endParaRPr i="1">
              <a:solidFill>
                <a:schemeClr val="dk1"/>
              </a:solidFill>
            </a:endParaRPr>
          </a:p>
          <a:p>
            <a:pPr indent="0" lvl="0" marL="0" rtl="0" algn="l">
              <a:spcBef>
                <a:spcPts val="0"/>
              </a:spcBef>
              <a:spcAft>
                <a:spcPts val="0"/>
              </a:spcAft>
              <a:buNone/>
            </a:pPr>
            <a:r>
              <a:rPr i="1" lang="en-US">
                <a:solidFill>
                  <a:schemeClr val="dk1"/>
                </a:solidFill>
              </a:rPr>
              <a:t>(4) An aircraft towing or refueling other aircraft has the right-of-way over all other engine-driven aircraft.</a:t>
            </a:r>
            <a:endParaRPr i="1">
              <a:solidFill>
                <a:schemeClr val="dk1"/>
              </a:solidFill>
            </a:endParaRPr>
          </a:p>
          <a:p>
            <a:pPr indent="0" lvl="0" marL="0" rtl="0" algn="l">
              <a:spcBef>
                <a:spcPts val="0"/>
              </a:spcBef>
              <a:spcAft>
                <a:spcPts val="0"/>
              </a:spcAft>
              <a:buNone/>
            </a:pPr>
            <a:r>
              <a:t/>
            </a:r>
            <a:endParaRPr i="1">
              <a:solidFill>
                <a:schemeClr val="dk1"/>
              </a:solidFill>
            </a:endParaRPr>
          </a:p>
          <a:p>
            <a:pPr indent="0" lvl="0" marL="0" rtl="0" algn="ctr">
              <a:spcBef>
                <a:spcPts val="0"/>
              </a:spcBef>
              <a:spcAft>
                <a:spcPts val="0"/>
              </a:spcAft>
              <a:buNone/>
            </a:pPr>
            <a:r>
              <a:rPr i="1" lang="en-US">
                <a:solidFill>
                  <a:schemeClr val="dk1"/>
                </a:solidFill>
              </a:rPr>
              <a:t>*I added the word “manned” above.</a:t>
            </a:r>
            <a:endParaRPr i="1">
              <a:solidFill>
                <a:schemeClr val="dk1"/>
              </a:solidFill>
            </a:endParaRPr>
          </a:p>
        </p:txBody>
      </p:sp>
      <p:sp>
        <p:nvSpPr>
          <p:cNvPr id="332" name="Google Shape;332;p40"/>
          <p:cNvSpPr txBox="1"/>
          <p:nvPr/>
        </p:nvSpPr>
        <p:spPr>
          <a:xfrm>
            <a:off x="4739725" y="5891100"/>
            <a:ext cx="70674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u="sng">
                <a:solidFill>
                  <a:schemeClr val="dk1"/>
                </a:solidFill>
                <a:hlinkClick r:id="rId4">
                  <a:extLst>
                    <a:ext uri="{A12FA001-AC4F-418D-AE19-62706E023703}">
                      <ahyp:hlinkClr val="tx"/>
                    </a:ext>
                  </a:extLst>
                </a:hlinkClick>
              </a:rPr>
              <a:t>https://www.ecfr.gov/current/title-14/chapter-I/subchapter-F/part-91/subpart-B/subject-group-ECFRe4c59b5f5506932/section-91.113</a:t>
            </a:r>
            <a:endParaRPr>
              <a:solidFill>
                <a:schemeClr val="dk1"/>
              </a:solidFill>
            </a:endParaRPr>
          </a:p>
          <a:p>
            <a:pPr indent="0" lvl="0" marL="0" rtl="0" algn="ctr">
              <a:spcBef>
                <a:spcPts val="0"/>
              </a:spcBef>
              <a:spcAft>
                <a:spcPts val="0"/>
              </a:spcAft>
              <a:buNone/>
            </a:pPr>
            <a:r>
              <a:t/>
            </a:r>
            <a:endParaRPr/>
          </a:p>
        </p:txBody>
      </p:sp>
      <p:sp>
        <p:nvSpPr>
          <p:cNvPr id="333" name="Google Shape;333;p40"/>
          <p:cNvSpPr txBox="1"/>
          <p:nvPr/>
        </p:nvSpPr>
        <p:spPr>
          <a:xfrm>
            <a:off x="5602050" y="199375"/>
            <a:ext cx="57417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000">
                <a:solidFill>
                  <a:schemeClr val="lt2"/>
                </a:solidFill>
                <a:latin typeface="Lustria"/>
                <a:ea typeface="Lustria"/>
                <a:cs typeface="Lustria"/>
                <a:sym typeface="Lustria"/>
              </a:rPr>
              <a:t>CFR 14.91.113</a:t>
            </a:r>
            <a:endParaRPr b="1" sz="2000">
              <a:solidFill>
                <a:schemeClr val="lt2"/>
              </a:solidFill>
              <a:latin typeface="Lustria"/>
              <a:ea typeface="Lustria"/>
              <a:cs typeface="Lustria"/>
              <a:sym typeface="Lustria"/>
            </a:endParaRPr>
          </a:p>
        </p:txBody>
      </p:sp>
      <p:pic>
        <p:nvPicPr>
          <p:cNvPr descr="Aircraft in distress, which has right-of-way over all other air traffic." id="334" name="Google Shape;334;p40"/>
          <p:cNvPicPr preferRelativeResize="0"/>
          <p:nvPr/>
        </p:nvPicPr>
        <p:blipFill>
          <a:blip r:embed="rId5">
            <a:alphaModFix/>
          </a:blip>
          <a:stretch>
            <a:fillRect/>
          </a:stretch>
        </p:blipFill>
        <p:spPr>
          <a:xfrm>
            <a:off x="102575" y="1041825"/>
            <a:ext cx="2090400" cy="1393600"/>
          </a:xfrm>
          <a:prstGeom prst="rect">
            <a:avLst/>
          </a:prstGeom>
          <a:noFill/>
          <a:ln>
            <a:noFill/>
          </a:ln>
        </p:spPr>
      </p:pic>
      <p:pic>
        <p:nvPicPr>
          <p:cNvPr descr="Hot-air balloon, which has right-of-way over all other categories of aircraft." id="335" name="Google Shape;335;p40"/>
          <p:cNvPicPr preferRelativeResize="0"/>
          <p:nvPr/>
        </p:nvPicPr>
        <p:blipFill>
          <a:blip r:embed="rId6">
            <a:alphaModFix/>
          </a:blip>
          <a:stretch>
            <a:fillRect/>
          </a:stretch>
        </p:blipFill>
        <p:spPr>
          <a:xfrm>
            <a:off x="2544750" y="1015463"/>
            <a:ext cx="1954975" cy="1446326"/>
          </a:xfrm>
          <a:prstGeom prst="rect">
            <a:avLst/>
          </a:prstGeom>
          <a:noFill/>
          <a:ln>
            <a:noFill/>
          </a:ln>
        </p:spPr>
      </p:pic>
      <p:pic>
        <p:nvPicPr>
          <p:cNvPr descr="Glider, which has right-of-way over airships, powered parachutes, airplanes, powered-lift aircraft, and rotorcraft." id="336" name="Google Shape;336;p40"/>
          <p:cNvPicPr preferRelativeResize="0"/>
          <p:nvPr/>
        </p:nvPicPr>
        <p:blipFill>
          <a:blip r:embed="rId7">
            <a:alphaModFix/>
          </a:blip>
          <a:stretch>
            <a:fillRect/>
          </a:stretch>
        </p:blipFill>
        <p:spPr>
          <a:xfrm>
            <a:off x="49850" y="2549150"/>
            <a:ext cx="2143124" cy="1607337"/>
          </a:xfrm>
          <a:prstGeom prst="rect">
            <a:avLst/>
          </a:prstGeom>
          <a:noFill/>
          <a:ln>
            <a:noFill/>
          </a:ln>
        </p:spPr>
      </p:pic>
      <p:pic>
        <p:nvPicPr>
          <p:cNvPr descr="Airship, which has right-of-way over powered parachutes, airplanes, powered-lift aircraft, and rotorcraft." id="337" name="Google Shape;337;p40"/>
          <p:cNvPicPr preferRelativeResize="0"/>
          <p:nvPr/>
        </p:nvPicPr>
        <p:blipFill>
          <a:blip r:embed="rId8">
            <a:alphaModFix/>
          </a:blip>
          <a:stretch>
            <a:fillRect/>
          </a:stretch>
        </p:blipFill>
        <p:spPr>
          <a:xfrm>
            <a:off x="49900" y="4270201"/>
            <a:ext cx="1834049" cy="1222699"/>
          </a:xfrm>
          <a:prstGeom prst="rect">
            <a:avLst/>
          </a:prstGeom>
          <a:noFill/>
          <a:ln>
            <a:noFill/>
          </a:ln>
        </p:spPr>
      </p:pic>
      <p:pic>
        <p:nvPicPr>
          <p:cNvPr descr="Manned Aircraft" id="338" name="Google Shape;338;p40"/>
          <p:cNvPicPr preferRelativeResize="0"/>
          <p:nvPr/>
        </p:nvPicPr>
        <p:blipFill>
          <a:blip r:embed="rId9">
            <a:alphaModFix/>
          </a:blip>
          <a:stretch>
            <a:fillRect/>
          </a:stretch>
        </p:blipFill>
        <p:spPr>
          <a:xfrm>
            <a:off x="2394812" y="4270200"/>
            <a:ext cx="1954974" cy="1026374"/>
          </a:xfrm>
          <a:prstGeom prst="rect">
            <a:avLst/>
          </a:prstGeom>
          <a:noFill/>
          <a:ln>
            <a:noFill/>
          </a:ln>
        </p:spPr>
      </p:pic>
      <p:pic>
        <p:nvPicPr>
          <p:cNvPr descr="Aircraft towing a glider, illustrating that an aircraft towing another aircraft has right-of-way over other engine-driven aircraft." id="339" name="Google Shape;339;p40"/>
          <p:cNvPicPr preferRelativeResize="0"/>
          <p:nvPr/>
        </p:nvPicPr>
        <p:blipFill>
          <a:blip r:embed="rId10">
            <a:alphaModFix/>
          </a:blip>
          <a:stretch>
            <a:fillRect/>
          </a:stretch>
        </p:blipFill>
        <p:spPr>
          <a:xfrm>
            <a:off x="2456688" y="2602401"/>
            <a:ext cx="2019325" cy="1303325"/>
          </a:xfrm>
          <a:prstGeom prst="rect">
            <a:avLst/>
          </a:prstGeom>
          <a:noFill/>
          <a:ln>
            <a:noFill/>
          </a:ln>
        </p:spPr>
      </p:pic>
      <p:pic>
        <p:nvPicPr>
          <p:cNvPr descr="Ultralight Aircraft-Powered Paraglider needs to avoid all other manned aircraft" id="340" name="Google Shape;340;p40"/>
          <p:cNvPicPr preferRelativeResize="0"/>
          <p:nvPr/>
        </p:nvPicPr>
        <p:blipFill rotWithShape="1">
          <a:blip r:embed="rId11">
            <a:alphaModFix/>
          </a:blip>
          <a:srcRect b="25316" l="0" r="0" t="21319"/>
          <a:stretch/>
        </p:blipFill>
        <p:spPr>
          <a:xfrm>
            <a:off x="102575" y="5568600"/>
            <a:ext cx="1289825" cy="1222700"/>
          </a:xfrm>
          <a:prstGeom prst="rect">
            <a:avLst/>
          </a:prstGeom>
          <a:noFill/>
          <a:ln>
            <a:noFill/>
          </a:ln>
        </p:spPr>
      </p:pic>
      <p:pic>
        <p:nvPicPr>
          <p:cNvPr descr="UAS needs to avoid all other aircraft" id="341" name="Google Shape;341;p40"/>
          <p:cNvPicPr preferRelativeResize="0"/>
          <p:nvPr/>
        </p:nvPicPr>
        <p:blipFill>
          <a:blip r:embed="rId12">
            <a:alphaModFix/>
          </a:blip>
          <a:stretch>
            <a:fillRect/>
          </a:stretch>
        </p:blipFill>
        <p:spPr>
          <a:xfrm>
            <a:off x="1842838" y="5606625"/>
            <a:ext cx="2446449" cy="11416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1"/>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Regulations</a:t>
            </a:r>
            <a:br>
              <a:rPr lang="en-US"/>
            </a:br>
            <a:r>
              <a:rPr lang="en-US"/>
              <a:t>No Operation over people</a:t>
            </a:r>
            <a:endParaRPr/>
          </a:p>
        </p:txBody>
      </p:sp>
      <p:sp>
        <p:nvSpPr>
          <p:cNvPr id="347" name="Google Shape;347;p41"/>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No sUAS may be operated over people unless:</a:t>
            </a:r>
            <a:endParaRPr/>
          </a:p>
          <a:p>
            <a:pPr indent="-270000" lvl="1" marL="720000" rtl="0" algn="l">
              <a:spcBef>
                <a:spcPts val="960"/>
              </a:spcBef>
              <a:spcAft>
                <a:spcPts val="0"/>
              </a:spcAft>
              <a:buSzPts val="1260"/>
              <a:buChar char="🞚"/>
            </a:pPr>
            <a:r>
              <a:rPr lang="en-US"/>
              <a:t>They are part of the flight crew directly involved with the operation.</a:t>
            </a:r>
            <a:endParaRPr/>
          </a:p>
          <a:p>
            <a:pPr indent="-270000" lvl="1" marL="720000" rtl="0" algn="l">
              <a:spcBef>
                <a:spcPts val="960"/>
              </a:spcBef>
              <a:spcAft>
                <a:spcPts val="0"/>
              </a:spcAft>
              <a:buSzPts val="1260"/>
              <a:buChar char="🞚"/>
            </a:pPr>
            <a:r>
              <a:rPr lang="en-US"/>
              <a:t>Within safe cover, such as a stationary vehicle that would provide protection in the event of a crash. </a:t>
            </a:r>
            <a:endParaRPr/>
          </a:p>
          <a:p>
            <a:pPr indent="-189990" lvl="1" marL="720000" rtl="0" algn="l">
              <a:spcBef>
                <a:spcPts val="960"/>
              </a:spcBef>
              <a:spcAft>
                <a:spcPts val="0"/>
              </a:spcAft>
              <a:buSzPts val="1260"/>
              <a:buNone/>
            </a:pPr>
            <a:r>
              <a:t/>
            </a:r>
            <a:endParaRPr/>
          </a:p>
        </p:txBody>
      </p:sp>
      <p:pic>
        <p:nvPicPr>
          <p:cNvPr descr="Stadium with No Drone Zone Sign" id="348" name="Google Shape;348;p41"/>
          <p:cNvPicPr preferRelativeResize="0"/>
          <p:nvPr/>
        </p:nvPicPr>
        <p:blipFill rotWithShape="1">
          <a:blip r:embed="rId3">
            <a:alphaModFix/>
          </a:blip>
          <a:srcRect b="0" l="0" r="0" t="0"/>
          <a:stretch/>
        </p:blipFill>
        <p:spPr>
          <a:xfrm>
            <a:off x="518983" y="3863030"/>
            <a:ext cx="3698789" cy="2080569"/>
          </a:xfrm>
          <a:prstGeom prst="rect">
            <a:avLst/>
          </a:prstGeom>
          <a:noFill/>
          <a:ln>
            <a:noFill/>
          </a:ln>
        </p:spPr>
      </p:pic>
      <p:pic>
        <p:nvPicPr>
          <p:cNvPr id="349" name="Google Shape;349;p41"/>
          <p:cNvPicPr preferRelativeResize="0"/>
          <p:nvPr/>
        </p:nvPicPr>
        <p:blipFill rotWithShape="1">
          <a:blip r:embed="rId4">
            <a:alphaModFix/>
          </a:blip>
          <a:srcRect b="14983" l="0" r="57167" t="0"/>
          <a:stretch/>
        </p:blipFill>
        <p:spPr>
          <a:xfrm>
            <a:off x="8275128" y="3615894"/>
            <a:ext cx="2005694" cy="264486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2"/>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3100"/>
              <a:buFont typeface="Lustria"/>
              <a:buNone/>
            </a:pPr>
            <a:r>
              <a:rPr lang="en-US" sz="3100"/>
              <a:t>Regulations</a:t>
            </a:r>
            <a:br>
              <a:rPr lang="en-US" sz="3100"/>
            </a:br>
            <a:r>
              <a:rPr lang="en-US" sz="3100"/>
              <a:t>Operation from moving vehicle or aircraft</a:t>
            </a:r>
            <a:endParaRPr/>
          </a:p>
        </p:txBody>
      </p:sp>
      <p:sp>
        <p:nvSpPr>
          <p:cNvPr id="355" name="Google Shape;355;p42"/>
          <p:cNvSpPr txBox="1"/>
          <p:nvPr>
            <p:ph idx="1" type="body"/>
          </p:nvPr>
        </p:nvSpPr>
        <p:spPr>
          <a:xfrm>
            <a:off x="913795" y="1732449"/>
            <a:ext cx="5546272" cy="4058751"/>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306000" lvl="0" marL="342900" rtl="0" algn="l">
              <a:spcBef>
                <a:spcPts val="0"/>
              </a:spcBef>
              <a:spcAft>
                <a:spcPts val="0"/>
              </a:spcAft>
              <a:buClr>
                <a:srgbClr val="8E764F"/>
              </a:buClr>
              <a:buSzPts val="1400"/>
              <a:buChar char="◈"/>
            </a:pPr>
            <a:r>
              <a:rPr lang="en-US"/>
              <a:t>Operation from a land or water borne vehicles is ok unless:</a:t>
            </a:r>
            <a:endParaRPr/>
          </a:p>
          <a:p>
            <a:pPr indent="-270000" lvl="1" marL="720000" rtl="0" algn="l">
              <a:spcBef>
                <a:spcPts val="960"/>
              </a:spcBef>
              <a:spcAft>
                <a:spcPts val="0"/>
              </a:spcAft>
              <a:buClr>
                <a:srgbClr val="8E764F"/>
              </a:buClr>
              <a:buSzPts val="1260"/>
              <a:buChar char="🞚"/>
            </a:pPr>
            <a:r>
              <a:rPr lang="en-US"/>
              <a:t>The sUAS is carrying property for hire.</a:t>
            </a:r>
            <a:endParaRPr/>
          </a:p>
          <a:p>
            <a:pPr indent="-306000" lvl="0" marL="342900" rtl="0" algn="l">
              <a:spcBef>
                <a:spcPts val="1000"/>
              </a:spcBef>
              <a:spcAft>
                <a:spcPts val="0"/>
              </a:spcAft>
              <a:buClr>
                <a:srgbClr val="8E764F"/>
              </a:buClr>
              <a:buSzPts val="1400"/>
              <a:buChar char="◈"/>
            </a:pPr>
            <a:r>
              <a:rPr lang="en-US"/>
              <a:t>A sUAV may not be operated from an aircraft. </a:t>
            </a:r>
            <a:endParaRPr/>
          </a:p>
          <a:p>
            <a:pPr indent="-306000" lvl="0" marL="342900" rtl="0" algn="l">
              <a:spcBef>
                <a:spcPts val="1000"/>
              </a:spcBef>
              <a:spcAft>
                <a:spcPts val="0"/>
              </a:spcAft>
              <a:buClr>
                <a:srgbClr val="8E764F"/>
              </a:buClr>
              <a:buSzPts val="1400"/>
              <a:buChar char="◈"/>
            </a:pPr>
            <a:r>
              <a:rPr lang="en-US"/>
              <a:t>Must maintain VLOS. </a:t>
            </a:r>
            <a:endParaRPr/>
          </a:p>
          <a:p>
            <a:pPr indent="-306000" lvl="0" marL="342900" rtl="0" algn="l">
              <a:spcBef>
                <a:spcPts val="1000"/>
              </a:spcBef>
              <a:spcAft>
                <a:spcPts val="0"/>
              </a:spcAft>
              <a:buClr>
                <a:srgbClr val="8E764F"/>
              </a:buClr>
              <a:buSzPts val="1400"/>
              <a:buChar char="◈"/>
            </a:pPr>
            <a:r>
              <a:rPr lang="en-US"/>
              <a:t>No reckless operation. </a:t>
            </a:r>
            <a:endParaRPr/>
          </a:p>
          <a:p>
            <a:pPr indent="-189990" lvl="1" marL="720000" rtl="0" algn="l">
              <a:spcBef>
                <a:spcPts val="960"/>
              </a:spcBef>
              <a:spcAft>
                <a:spcPts val="0"/>
              </a:spcAft>
              <a:buClr>
                <a:srgbClr val="8E764F"/>
              </a:buClr>
              <a:buSzPts val="1260"/>
              <a:buNone/>
            </a:pPr>
            <a:r>
              <a:t/>
            </a:r>
            <a:endParaRPr/>
          </a:p>
        </p:txBody>
      </p:sp>
      <p:pic>
        <p:nvPicPr>
          <p:cNvPr descr="Car with UAS on roof" id="356" name="Google Shape;356;p42"/>
          <p:cNvPicPr preferRelativeResize="0"/>
          <p:nvPr/>
        </p:nvPicPr>
        <p:blipFill rotWithShape="1">
          <a:blip r:embed="rId3">
            <a:alphaModFix/>
          </a:blip>
          <a:srcRect b="0" l="0" r="0" t="0"/>
          <a:stretch/>
        </p:blipFill>
        <p:spPr>
          <a:xfrm>
            <a:off x="7066560" y="2618413"/>
            <a:ext cx="4065464" cy="228682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3"/>
          <p:cNvSpPr txBox="1"/>
          <p:nvPr>
            <p:ph type="title"/>
          </p:nvPr>
        </p:nvSpPr>
        <p:spPr>
          <a:xfrm>
            <a:off x="913795" y="609600"/>
            <a:ext cx="597807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lt2"/>
              </a:buClr>
              <a:buSzPct val="100000"/>
              <a:buFont typeface="Lustria"/>
              <a:buNone/>
            </a:pPr>
            <a:r>
              <a:rPr lang="en-US" sz="3100"/>
              <a:t>Regulations</a:t>
            </a:r>
            <a:br>
              <a:rPr lang="en-US" sz="3100"/>
            </a:br>
            <a:r>
              <a:rPr lang="en-US" sz="3100"/>
              <a:t>Privacy and other considerations</a:t>
            </a:r>
            <a:endParaRPr/>
          </a:p>
        </p:txBody>
      </p:sp>
      <p:sp>
        <p:nvSpPr>
          <p:cNvPr id="362" name="Google Shape;362;p43"/>
          <p:cNvSpPr txBox="1"/>
          <p:nvPr>
            <p:ph idx="1" type="body"/>
          </p:nvPr>
        </p:nvSpPr>
        <p:spPr>
          <a:xfrm>
            <a:off x="913795" y="1828801"/>
            <a:ext cx="5978072" cy="3866048"/>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lnSpcReduction="20000"/>
          </a:bodyPr>
          <a:lstStyle/>
          <a:p>
            <a:pPr indent="-306000" lvl="0" marL="342900" rtl="0" algn="l">
              <a:spcBef>
                <a:spcPts val="0"/>
              </a:spcBef>
              <a:spcAft>
                <a:spcPts val="0"/>
              </a:spcAft>
              <a:buClr>
                <a:srgbClr val="5AA2F7"/>
              </a:buClr>
              <a:buSzPts val="1400"/>
              <a:buChar char="◈"/>
            </a:pPr>
            <a:r>
              <a:rPr lang="en-US"/>
              <a:t>No person may operate a sUAS in a careless or reckless manner that would endanger another person’s life or property. </a:t>
            </a:r>
            <a:endParaRPr/>
          </a:p>
          <a:p>
            <a:pPr indent="-306000" lvl="0" marL="342900" rtl="0" algn="l">
              <a:spcBef>
                <a:spcPts val="1000"/>
              </a:spcBef>
              <a:spcAft>
                <a:spcPts val="0"/>
              </a:spcAft>
              <a:buClr>
                <a:srgbClr val="5AA2F7"/>
              </a:buClr>
              <a:buSzPts val="1400"/>
              <a:buChar char="◈"/>
            </a:pPr>
            <a:r>
              <a:rPr lang="en-US"/>
              <a:t>No object may be dropped from a sUAS in a way that causes undue hazards to persons or property. </a:t>
            </a:r>
            <a:endParaRPr/>
          </a:p>
          <a:p>
            <a:pPr indent="-306000" lvl="0" marL="342900" rtl="0" algn="l">
              <a:spcBef>
                <a:spcPts val="1000"/>
              </a:spcBef>
              <a:spcAft>
                <a:spcPts val="0"/>
              </a:spcAft>
              <a:buClr>
                <a:srgbClr val="5AA2F7"/>
              </a:buClr>
              <a:buSzPts val="1400"/>
              <a:buChar char="◈"/>
            </a:pPr>
            <a:r>
              <a:rPr lang="en-US"/>
              <a:t>Transportation of cargo for hire is allowed if:</a:t>
            </a:r>
            <a:endParaRPr/>
          </a:p>
          <a:p>
            <a:pPr indent="-270000" lvl="1" marL="720000" rtl="0" algn="l">
              <a:spcBef>
                <a:spcPts val="960"/>
              </a:spcBef>
              <a:spcAft>
                <a:spcPts val="0"/>
              </a:spcAft>
              <a:buClr>
                <a:srgbClr val="5AA2F7"/>
              </a:buClr>
              <a:buSzPts val="1260"/>
              <a:buChar char="🞚"/>
            </a:pPr>
            <a:r>
              <a:rPr lang="en-US"/>
              <a:t>Total weight including cargo does not exceed 55lbs</a:t>
            </a:r>
            <a:endParaRPr/>
          </a:p>
          <a:p>
            <a:pPr indent="-270000" lvl="1" marL="720000" rtl="0" algn="l">
              <a:spcBef>
                <a:spcPts val="960"/>
              </a:spcBef>
              <a:spcAft>
                <a:spcPts val="0"/>
              </a:spcAft>
              <a:buClr>
                <a:srgbClr val="5AA2F7"/>
              </a:buClr>
              <a:buSzPts val="1260"/>
              <a:buChar char="🞚"/>
            </a:pPr>
            <a:r>
              <a:rPr lang="en-US"/>
              <a:t>Flight doesn’t cross state lines</a:t>
            </a:r>
            <a:endParaRPr/>
          </a:p>
          <a:p>
            <a:pPr indent="-270000" lvl="1" marL="720000" rtl="0" algn="l">
              <a:spcBef>
                <a:spcPts val="960"/>
              </a:spcBef>
              <a:spcAft>
                <a:spcPts val="0"/>
              </a:spcAft>
              <a:buClr>
                <a:srgbClr val="5AA2F7"/>
              </a:buClr>
              <a:buSzPts val="1260"/>
              <a:buChar char="🞚"/>
            </a:pPr>
            <a:r>
              <a:rPr lang="en-US"/>
              <a:t>Flight is not controlled from a moving vehicle.</a:t>
            </a:r>
            <a:endParaRPr/>
          </a:p>
          <a:p>
            <a:pPr indent="-270000" lvl="1" marL="720000" rtl="0" algn="l">
              <a:spcBef>
                <a:spcPts val="960"/>
              </a:spcBef>
              <a:spcAft>
                <a:spcPts val="0"/>
              </a:spcAft>
              <a:buClr>
                <a:srgbClr val="5AA2F7"/>
              </a:buClr>
              <a:buSzPts val="1260"/>
              <a:buChar char="🞚"/>
            </a:pPr>
            <a:r>
              <a:rPr lang="en-US"/>
              <a:t>No carriage of hazardous materials. </a:t>
            </a:r>
            <a:endParaRPr/>
          </a:p>
        </p:txBody>
      </p:sp>
      <p:pic>
        <p:nvPicPr>
          <p:cNvPr id="363" name="Google Shape;363;p43"/>
          <p:cNvPicPr preferRelativeResize="0"/>
          <p:nvPr/>
        </p:nvPicPr>
        <p:blipFill rotWithShape="1">
          <a:blip r:embed="rId3">
            <a:alphaModFix/>
          </a:blip>
          <a:srcRect b="1446" l="0" r="2807" t="964"/>
          <a:stretch/>
        </p:blipFill>
        <p:spPr>
          <a:xfrm>
            <a:off x="7232905" y="1"/>
            <a:ext cx="4959095" cy="6858000"/>
          </a:xfrm>
          <a:prstGeom prst="rect">
            <a:avLst/>
          </a:prstGeom>
          <a:noFill/>
          <a:ln>
            <a:noFill/>
          </a:ln>
        </p:spPr>
      </p:pic>
      <p:pic>
        <p:nvPicPr>
          <p:cNvPr descr="Drone carrying a package" id="364" name="Google Shape;364;p43"/>
          <p:cNvPicPr preferRelativeResize="0"/>
          <p:nvPr/>
        </p:nvPicPr>
        <p:blipFill rotWithShape="1">
          <a:blip r:embed="rId4">
            <a:alphaModFix/>
          </a:blip>
          <a:srcRect b="2" l="14855" r="15661" t="0"/>
          <a:stretch/>
        </p:blipFill>
        <p:spPr>
          <a:xfrm>
            <a:off x="7552945" y="643465"/>
            <a:ext cx="3995592" cy="510337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4"/>
          <p:cNvSpPr txBox="1"/>
          <p:nvPr>
            <p:ph type="title"/>
          </p:nvPr>
        </p:nvSpPr>
        <p:spPr>
          <a:xfrm>
            <a:off x="913795" y="609600"/>
            <a:ext cx="5978072" cy="1329596"/>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Regulations</a:t>
            </a:r>
            <a:br>
              <a:rPr lang="en-US"/>
            </a:br>
            <a:r>
              <a:rPr lang="en-US"/>
              <a:t>Alcohol and Drugs</a:t>
            </a:r>
            <a:endParaRPr/>
          </a:p>
        </p:txBody>
      </p:sp>
      <p:sp>
        <p:nvSpPr>
          <p:cNvPr id="370" name="Google Shape;370;p44"/>
          <p:cNvSpPr txBox="1"/>
          <p:nvPr>
            <p:ph idx="1" type="body"/>
          </p:nvPr>
        </p:nvSpPr>
        <p:spPr>
          <a:xfrm>
            <a:off x="913795" y="2127623"/>
            <a:ext cx="5978072" cy="3567225"/>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306000" lvl="0" marL="342900" rtl="0" algn="l">
              <a:lnSpc>
                <a:spcPct val="90000"/>
              </a:lnSpc>
              <a:spcBef>
                <a:spcPts val="0"/>
              </a:spcBef>
              <a:spcAft>
                <a:spcPts val="0"/>
              </a:spcAft>
              <a:buClr>
                <a:srgbClr val="FD0202"/>
              </a:buClr>
              <a:buSzPts val="1400"/>
              <a:buChar char="◈"/>
            </a:pPr>
            <a:r>
              <a:rPr lang="en-US"/>
              <a:t>Part 107 Prohibits a person from serving as a remote PIC, person manipulating the control or VO (Visual Observer) or other crew member if he or she:</a:t>
            </a:r>
            <a:endParaRPr/>
          </a:p>
          <a:p>
            <a:pPr indent="-270000" lvl="1" marL="720000" rtl="0" algn="l">
              <a:lnSpc>
                <a:spcPct val="90000"/>
              </a:lnSpc>
              <a:spcBef>
                <a:spcPts val="960"/>
              </a:spcBef>
              <a:spcAft>
                <a:spcPts val="0"/>
              </a:spcAft>
              <a:buClr>
                <a:srgbClr val="FD0202"/>
              </a:buClr>
              <a:buSzPts val="1260"/>
              <a:buChar char="🞚"/>
            </a:pPr>
            <a:r>
              <a:rPr lang="en-US"/>
              <a:t>Consumed any alcoholic beverage within the preceding 8 hours.</a:t>
            </a:r>
            <a:endParaRPr/>
          </a:p>
          <a:p>
            <a:pPr indent="-270000" lvl="1" marL="720000" rtl="0" algn="l">
              <a:lnSpc>
                <a:spcPct val="90000"/>
              </a:lnSpc>
              <a:spcBef>
                <a:spcPts val="960"/>
              </a:spcBef>
              <a:spcAft>
                <a:spcPts val="0"/>
              </a:spcAft>
              <a:buClr>
                <a:srgbClr val="FD0202"/>
              </a:buClr>
              <a:buSzPts val="1260"/>
              <a:buChar char="🞚"/>
            </a:pPr>
            <a:r>
              <a:rPr lang="en-US"/>
              <a:t>Is under the influence of alcohol.</a:t>
            </a:r>
            <a:endParaRPr/>
          </a:p>
          <a:p>
            <a:pPr indent="-270000" lvl="1" marL="720000" rtl="0" algn="l">
              <a:lnSpc>
                <a:spcPct val="90000"/>
              </a:lnSpc>
              <a:spcBef>
                <a:spcPts val="960"/>
              </a:spcBef>
              <a:spcAft>
                <a:spcPts val="0"/>
              </a:spcAft>
              <a:buClr>
                <a:srgbClr val="FD0202"/>
              </a:buClr>
              <a:buSzPts val="1260"/>
              <a:buChar char="🞚"/>
            </a:pPr>
            <a:r>
              <a:rPr lang="en-US"/>
              <a:t>Has a blood alcohol concentration of 0.04 percent or greater.</a:t>
            </a:r>
            <a:endParaRPr/>
          </a:p>
          <a:p>
            <a:pPr indent="-270000" lvl="1" marL="720000" rtl="0" algn="l">
              <a:lnSpc>
                <a:spcPct val="90000"/>
              </a:lnSpc>
              <a:spcBef>
                <a:spcPts val="960"/>
              </a:spcBef>
              <a:spcAft>
                <a:spcPts val="0"/>
              </a:spcAft>
              <a:buClr>
                <a:srgbClr val="FD0202"/>
              </a:buClr>
              <a:buSzPts val="1260"/>
              <a:buChar char="🞚"/>
            </a:pPr>
            <a:r>
              <a:rPr lang="en-US"/>
              <a:t>Is using a drug that affects the person’s metal or physical capabilities. </a:t>
            </a:r>
            <a:endParaRPr/>
          </a:p>
        </p:txBody>
      </p:sp>
      <p:pic>
        <p:nvPicPr>
          <p:cNvPr id="371" name="Google Shape;371;p44"/>
          <p:cNvPicPr preferRelativeResize="0"/>
          <p:nvPr/>
        </p:nvPicPr>
        <p:blipFill rotWithShape="1">
          <a:blip r:embed="rId3">
            <a:alphaModFix/>
          </a:blip>
          <a:srcRect b="1446" l="0" r="2807" t="964"/>
          <a:stretch/>
        </p:blipFill>
        <p:spPr>
          <a:xfrm>
            <a:off x="7232905" y="1"/>
            <a:ext cx="4959095" cy="6858000"/>
          </a:xfrm>
          <a:prstGeom prst="rect">
            <a:avLst/>
          </a:prstGeom>
          <a:noFill/>
          <a:ln>
            <a:noFill/>
          </a:ln>
        </p:spPr>
      </p:pic>
      <p:pic>
        <p:nvPicPr>
          <p:cNvPr descr="No drinking alcohol sign" id="372" name="Google Shape;372;p44"/>
          <p:cNvPicPr preferRelativeResize="0"/>
          <p:nvPr/>
        </p:nvPicPr>
        <p:blipFill rotWithShape="1">
          <a:blip r:embed="rId4">
            <a:alphaModFix/>
          </a:blip>
          <a:srcRect b="0" l="0" r="0" t="0"/>
          <a:stretch/>
        </p:blipFill>
        <p:spPr>
          <a:xfrm>
            <a:off x="7552945" y="1197355"/>
            <a:ext cx="3995592" cy="399559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5"/>
          <p:cNvSpPr txBox="1"/>
          <p:nvPr>
            <p:ph type="title"/>
          </p:nvPr>
        </p:nvSpPr>
        <p:spPr>
          <a:xfrm>
            <a:off x="1370693" y="4406537"/>
            <a:ext cx="9440034" cy="1088336"/>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2"/>
              </a:buClr>
              <a:buSzPts val="3400"/>
              <a:buFont typeface="Lustria"/>
              <a:buNone/>
            </a:pPr>
            <a:r>
              <a:rPr lang="en-US" sz="3400"/>
              <a:t>Regulations</a:t>
            </a:r>
            <a:br>
              <a:rPr lang="en-US" sz="3400"/>
            </a:br>
            <a:r>
              <a:rPr lang="en-US" sz="3400"/>
              <a:t>Change of Address</a:t>
            </a:r>
            <a:endParaRPr/>
          </a:p>
        </p:txBody>
      </p:sp>
      <p:sp>
        <p:nvSpPr>
          <p:cNvPr id="378" name="Google Shape;378;p45"/>
          <p:cNvSpPr txBox="1"/>
          <p:nvPr>
            <p:ph idx="1" type="body"/>
          </p:nvPr>
        </p:nvSpPr>
        <p:spPr>
          <a:xfrm>
            <a:off x="1370693" y="5494872"/>
            <a:ext cx="9440034" cy="621614"/>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lnSpcReduction="20000"/>
          </a:bodyPr>
          <a:lstStyle/>
          <a:p>
            <a:pPr indent="0" lvl="0" marL="0" rtl="0" algn="ctr">
              <a:spcBef>
                <a:spcPts val="0"/>
              </a:spcBef>
              <a:spcAft>
                <a:spcPts val="0"/>
              </a:spcAft>
              <a:buSzPts val="1400"/>
              <a:buNone/>
            </a:pPr>
            <a:r>
              <a:rPr lang="en-US">
                <a:solidFill>
                  <a:schemeClr val="dk1"/>
                </a:solidFill>
              </a:rPr>
              <a:t>If a remote PIC changes his/her address the FAA must be notified within 30 days.</a:t>
            </a:r>
            <a:endParaRPr>
              <a:solidFill>
                <a:schemeClr val="dk1"/>
              </a:solidFill>
            </a:endParaRPr>
          </a:p>
        </p:txBody>
      </p:sp>
      <p:pic>
        <p:nvPicPr>
          <p:cNvPr id="379" name="Google Shape;379;p45"/>
          <p:cNvPicPr preferRelativeResize="0"/>
          <p:nvPr/>
        </p:nvPicPr>
        <p:blipFill rotWithShape="1">
          <a:blip r:embed="rId3">
            <a:alphaModFix/>
          </a:blip>
          <a:srcRect b="0" l="798" r="616" t="2669"/>
          <a:stretch/>
        </p:blipFill>
        <p:spPr>
          <a:xfrm>
            <a:off x="-1" y="0"/>
            <a:ext cx="12192001" cy="4322278"/>
          </a:xfrm>
          <a:prstGeom prst="rect">
            <a:avLst/>
          </a:prstGeom>
          <a:noFill/>
          <a:ln>
            <a:noFill/>
          </a:ln>
        </p:spPr>
      </p:pic>
      <p:pic>
        <p:nvPicPr>
          <p:cNvPr descr="Decorative image of moving boxes" id="380" name="Google Shape;380;p45"/>
          <p:cNvPicPr preferRelativeResize="0"/>
          <p:nvPr/>
        </p:nvPicPr>
        <p:blipFill rotWithShape="1">
          <a:blip r:embed="rId4">
            <a:alphaModFix/>
          </a:blip>
          <a:srcRect b="19915" l="0" r="-1" t="28251"/>
          <a:stretch/>
        </p:blipFill>
        <p:spPr>
          <a:xfrm>
            <a:off x="-1" y="-1"/>
            <a:ext cx="12198915" cy="422068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6"/>
          <p:cNvSpPr txBox="1"/>
          <p:nvPr>
            <p:ph type="title"/>
          </p:nvPr>
        </p:nvSpPr>
        <p:spPr>
          <a:xfrm>
            <a:off x="913795" y="199053"/>
            <a:ext cx="5978072" cy="1329596"/>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Regulations </a:t>
            </a:r>
            <a:br>
              <a:rPr lang="en-US"/>
            </a:br>
            <a:r>
              <a:rPr lang="en-US"/>
              <a:t>Waivers</a:t>
            </a:r>
            <a:endParaRPr/>
          </a:p>
        </p:txBody>
      </p:sp>
      <p:sp>
        <p:nvSpPr>
          <p:cNvPr id="386" name="Google Shape;386;p46"/>
          <p:cNvSpPr txBox="1"/>
          <p:nvPr>
            <p:ph idx="1" type="body"/>
          </p:nvPr>
        </p:nvSpPr>
        <p:spPr>
          <a:xfrm>
            <a:off x="913795" y="2127623"/>
            <a:ext cx="5978072" cy="3567225"/>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85000" lnSpcReduction="20000"/>
          </a:bodyPr>
          <a:lstStyle/>
          <a:p>
            <a:pPr indent="-292665" lvl="0" marL="342900" rtl="0" algn="l">
              <a:spcBef>
                <a:spcPts val="0"/>
              </a:spcBef>
              <a:spcAft>
                <a:spcPts val="0"/>
              </a:spcAft>
              <a:buClr>
                <a:srgbClr val="F78F2A"/>
              </a:buClr>
              <a:buSzPct val="70000"/>
              <a:buChar char="◈"/>
            </a:pPr>
            <a:r>
              <a:rPr lang="en-US"/>
              <a:t>If a remote PIC wishes to conduct and activity that is not allowed under part 107 a certificate of waiver (CoW) may be applied for.</a:t>
            </a:r>
            <a:endParaRPr/>
          </a:p>
          <a:p>
            <a:pPr indent="-292665" lvl="0" marL="342900" rtl="0" algn="l">
              <a:spcBef>
                <a:spcPts val="1000"/>
              </a:spcBef>
              <a:spcAft>
                <a:spcPts val="0"/>
              </a:spcAft>
              <a:buClr>
                <a:srgbClr val="F78F2A"/>
              </a:buClr>
              <a:buSzPct val="70000"/>
              <a:buChar char="◈"/>
            </a:pPr>
            <a:r>
              <a:rPr lang="en-US"/>
              <a:t>If the operation can be safely conducted the FAA may provide a waiver.</a:t>
            </a:r>
            <a:endParaRPr/>
          </a:p>
          <a:p>
            <a:pPr indent="-292665" lvl="0" marL="342900" rtl="0" algn="l">
              <a:spcBef>
                <a:spcPts val="1000"/>
              </a:spcBef>
              <a:spcAft>
                <a:spcPts val="0"/>
              </a:spcAft>
              <a:buClr>
                <a:srgbClr val="F78F2A"/>
              </a:buClr>
              <a:buSzPct val="70000"/>
              <a:buChar char="◈"/>
            </a:pPr>
            <a:r>
              <a:rPr lang="en-US"/>
              <a:t>Only certain provisions can be waived.</a:t>
            </a:r>
            <a:endParaRPr/>
          </a:p>
          <a:p>
            <a:pPr indent="-292665" lvl="0" marL="342900" rtl="0" algn="l">
              <a:spcBef>
                <a:spcPts val="1000"/>
              </a:spcBef>
              <a:spcAft>
                <a:spcPts val="0"/>
              </a:spcAft>
              <a:buClr>
                <a:srgbClr val="F78F2A"/>
              </a:buClr>
              <a:buSzPct val="70000"/>
              <a:buChar char="◈"/>
            </a:pPr>
            <a:r>
              <a:rPr lang="en-US"/>
              <a:t>Applications for waiver should be made 90 days in advance.</a:t>
            </a:r>
            <a:endParaRPr/>
          </a:p>
          <a:p>
            <a:pPr indent="-292665" lvl="0" marL="342900" rtl="0" algn="l">
              <a:spcBef>
                <a:spcPts val="1000"/>
              </a:spcBef>
              <a:spcAft>
                <a:spcPts val="0"/>
              </a:spcAft>
              <a:buClr>
                <a:srgbClr val="F78F2A"/>
              </a:buClr>
              <a:buSzPct val="70000"/>
              <a:buChar char="◈"/>
            </a:pPr>
            <a:r>
              <a:rPr lang="en-US"/>
              <a:t>Applications for waiver may be rejected.</a:t>
            </a:r>
            <a:endParaRPr/>
          </a:p>
          <a:p>
            <a:pPr indent="-217100" lvl="0" marL="342900" rtl="0" algn="l">
              <a:spcBef>
                <a:spcPts val="1000"/>
              </a:spcBef>
              <a:spcAft>
                <a:spcPts val="0"/>
              </a:spcAft>
              <a:buClr>
                <a:srgbClr val="F78F2A"/>
              </a:buClr>
              <a:buSzPct val="70000"/>
              <a:buNone/>
            </a:pPr>
            <a:r>
              <a:t/>
            </a:r>
            <a:endParaRPr/>
          </a:p>
          <a:p>
            <a:pPr indent="-217100" lvl="0" marL="342900" rtl="0" algn="l">
              <a:spcBef>
                <a:spcPts val="1000"/>
              </a:spcBef>
              <a:spcAft>
                <a:spcPts val="0"/>
              </a:spcAft>
              <a:buClr>
                <a:srgbClr val="F78F2A"/>
              </a:buClr>
              <a:buSzPct val="70000"/>
              <a:buNone/>
            </a:pPr>
            <a:r>
              <a:t/>
            </a:r>
            <a:endParaRPr/>
          </a:p>
          <a:p>
            <a:pPr indent="-217100" lvl="0" marL="342900" rtl="0" algn="l">
              <a:spcBef>
                <a:spcPts val="1000"/>
              </a:spcBef>
              <a:spcAft>
                <a:spcPts val="0"/>
              </a:spcAft>
              <a:buClr>
                <a:srgbClr val="F78F2A"/>
              </a:buClr>
              <a:buSzPct val="70000"/>
              <a:buNone/>
            </a:pPr>
            <a:r>
              <a:t/>
            </a:r>
            <a:endParaRPr/>
          </a:p>
        </p:txBody>
      </p:sp>
      <p:pic>
        <p:nvPicPr>
          <p:cNvPr id="387" name="Google Shape;387;p46"/>
          <p:cNvPicPr preferRelativeResize="0"/>
          <p:nvPr/>
        </p:nvPicPr>
        <p:blipFill rotWithShape="1">
          <a:blip r:embed="rId3">
            <a:alphaModFix/>
          </a:blip>
          <a:srcRect b="1446" l="0" r="2807" t="964"/>
          <a:stretch/>
        </p:blipFill>
        <p:spPr>
          <a:xfrm>
            <a:off x="7232905" y="1"/>
            <a:ext cx="4959095" cy="6858000"/>
          </a:xfrm>
          <a:prstGeom prst="rect">
            <a:avLst/>
          </a:prstGeom>
          <a:noFill/>
          <a:ln>
            <a:noFill/>
          </a:ln>
        </p:spPr>
      </p:pic>
      <p:pic>
        <p:nvPicPr>
          <p:cNvPr descr="Sample FAA Part 107 Waiver" id="388" name="Google Shape;388;p46"/>
          <p:cNvPicPr preferRelativeResize="0"/>
          <p:nvPr/>
        </p:nvPicPr>
        <p:blipFill rotWithShape="1">
          <a:blip r:embed="rId4">
            <a:alphaModFix/>
          </a:blip>
          <a:srcRect b="0" l="0" r="0" t="0"/>
          <a:stretch/>
        </p:blipFill>
        <p:spPr>
          <a:xfrm>
            <a:off x="7552945" y="1784223"/>
            <a:ext cx="3995592" cy="282185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7"/>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Night Flight</a:t>
            </a:r>
            <a:endParaRPr/>
          </a:p>
        </p:txBody>
      </p:sp>
      <p:sp>
        <p:nvSpPr>
          <p:cNvPr id="394" name="Google Shape;394;p47"/>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0" lvl="0" marL="36900" rtl="0" algn="l">
              <a:spcBef>
                <a:spcPts val="0"/>
              </a:spcBef>
              <a:spcAft>
                <a:spcPts val="0"/>
              </a:spcAft>
              <a:buSzPts val="1400"/>
              <a:buNone/>
            </a:pPr>
            <a:r>
              <a:rPr lang="en-US"/>
              <a:t>Except as provided in </a:t>
            </a:r>
            <a:r>
              <a:rPr lang="en-US" u="sng">
                <a:solidFill>
                  <a:schemeClr val="hlink"/>
                </a:solidFill>
                <a:hlinkClick r:id="rId3"/>
              </a:rPr>
              <a:t>paragraph (d)</a:t>
            </a:r>
            <a:r>
              <a:rPr lang="en-US"/>
              <a:t> of this section, no person may operate a small unmanned aircraft system at night unless— </a:t>
            </a:r>
            <a:endParaRPr/>
          </a:p>
          <a:p>
            <a:pPr indent="-306000" lvl="0" marL="342900" rtl="0" algn="l">
              <a:spcBef>
                <a:spcPts val="1000"/>
              </a:spcBef>
              <a:spcAft>
                <a:spcPts val="0"/>
              </a:spcAft>
              <a:buSzPts val="1400"/>
              <a:buChar char="◈"/>
            </a:pPr>
            <a:r>
              <a:rPr lang="en-US"/>
              <a:t>(1) The remote pilot in command of the small unmanned aircraft has completed an initial knowledge test or training, as applicable, under </a:t>
            </a:r>
            <a:r>
              <a:rPr lang="en-US" u="sng">
                <a:solidFill>
                  <a:schemeClr val="hlink"/>
                </a:solidFill>
                <a:hlinkClick r:id="rId4"/>
              </a:rPr>
              <a:t>§ 107.65</a:t>
            </a:r>
            <a:r>
              <a:rPr lang="en-US"/>
              <a:t> after April 6, 2021; and </a:t>
            </a:r>
            <a:endParaRPr/>
          </a:p>
          <a:p>
            <a:pPr indent="-306000" lvl="0" marL="342900" rtl="0" algn="l">
              <a:spcBef>
                <a:spcPts val="1000"/>
              </a:spcBef>
              <a:spcAft>
                <a:spcPts val="0"/>
              </a:spcAft>
              <a:buSzPts val="1400"/>
              <a:buChar char="◈"/>
            </a:pPr>
            <a:r>
              <a:rPr lang="en-US"/>
              <a:t>(2) The small unmanned aircraft has lighted anti-collision lighting visible for at least 3 statute miles that has a flash rate sufficient to avoid a collision. The remote pilot in command may reduce the intensity of, but may not extinguish, the anti-collision lighting if he or she determines that, because of operating conditions, it would be in the interest of safety to do</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48"/>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Flight Over People</a:t>
            </a:r>
            <a:endParaRPr/>
          </a:p>
        </p:txBody>
      </p:sp>
      <p:sp>
        <p:nvSpPr>
          <p:cNvPr id="400" name="Google Shape;400;p48"/>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0" lvl="0" marL="36900" rtl="0" algn="l">
              <a:spcBef>
                <a:spcPts val="0"/>
              </a:spcBef>
              <a:spcAft>
                <a:spcPts val="0"/>
              </a:spcAft>
              <a:buSzPts val="1400"/>
              <a:buNone/>
            </a:pPr>
            <a:r>
              <a:rPr lang="en-US"/>
              <a:t>No person may operate a small unmanned aircraft over a human being unless— </a:t>
            </a:r>
            <a:endParaRPr/>
          </a:p>
          <a:p>
            <a:pPr indent="-306000" lvl="0" marL="342900" rtl="0" algn="l">
              <a:spcBef>
                <a:spcPts val="1000"/>
              </a:spcBef>
              <a:spcAft>
                <a:spcPts val="0"/>
              </a:spcAft>
              <a:buSzPts val="1400"/>
              <a:buChar char="◈"/>
            </a:pPr>
            <a:r>
              <a:rPr lang="en-US"/>
              <a:t>(a) That human being is directly participating in the operation of the small unmanned aircraft; </a:t>
            </a:r>
            <a:endParaRPr/>
          </a:p>
          <a:p>
            <a:pPr indent="-306000" lvl="0" marL="342900" rtl="0" algn="l">
              <a:spcBef>
                <a:spcPts val="1000"/>
              </a:spcBef>
              <a:spcAft>
                <a:spcPts val="0"/>
              </a:spcAft>
              <a:buSzPts val="1400"/>
              <a:buChar char="◈"/>
            </a:pPr>
            <a:r>
              <a:rPr lang="en-US"/>
              <a:t>(b) That human being is located under a covered structure or inside a stationary vehicle that can provide reasonable protection from a falling small unmanned aircraft; or </a:t>
            </a:r>
            <a:endParaRPr/>
          </a:p>
          <a:p>
            <a:pPr indent="-306000" lvl="0" marL="342900" rtl="0" algn="l">
              <a:spcBef>
                <a:spcPts val="1000"/>
              </a:spcBef>
              <a:spcAft>
                <a:spcPts val="0"/>
              </a:spcAft>
              <a:buSzPts val="1400"/>
              <a:buChar char="◈"/>
            </a:pPr>
            <a:r>
              <a:rPr lang="en-US"/>
              <a:t>(c) The operation meets the requirements of at least one of the operational categories specified in </a:t>
            </a:r>
            <a:r>
              <a:rPr lang="en-US" u="sng">
                <a:solidFill>
                  <a:schemeClr val="hlink"/>
                </a:solidFill>
                <a:hlinkClick r:id="rId3"/>
              </a:rPr>
              <a:t>subpart D of this part</a:t>
            </a:r>
            <a:r>
              <a:rPr lang="en-US"/>
              <a: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pic>
        <p:nvPicPr>
          <p:cNvPr descr="DJI Avata FPV Drone" id="405" name="Google Shape;405;p49"/>
          <p:cNvPicPr preferRelativeResize="0"/>
          <p:nvPr/>
        </p:nvPicPr>
        <p:blipFill rotWithShape="1">
          <a:blip r:embed="rId3">
            <a:alphaModFix/>
          </a:blip>
          <a:srcRect b="0" l="7283" r="3828" t="0"/>
          <a:stretch/>
        </p:blipFill>
        <p:spPr>
          <a:xfrm>
            <a:off x="-8622" y="10"/>
            <a:ext cx="6096000" cy="6857990"/>
          </a:xfrm>
          <a:prstGeom prst="rect">
            <a:avLst/>
          </a:prstGeom>
          <a:noFill/>
          <a:ln>
            <a:noFill/>
          </a:ln>
        </p:spPr>
      </p:pic>
      <p:pic>
        <p:nvPicPr>
          <p:cNvPr id="406" name="Google Shape;406;p49"/>
          <p:cNvPicPr preferRelativeResize="0"/>
          <p:nvPr/>
        </p:nvPicPr>
        <p:blipFill rotWithShape="1">
          <a:blip r:embed="rId4">
            <a:alphaModFix/>
          </a:blip>
          <a:srcRect b="1446" l="0" r="2807" t="964"/>
          <a:stretch/>
        </p:blipFill>
        <p:spPr>
          <a:xfrm>
            <a:off x="6257026" y="1"/>
            <a:ext cx="5934973" cy="6858000"/>
          </a:xfrm>
          <a:prstGeom prst="rect">
            <a:avLst/>
          </a:prstGeom>
          <a:noFill/>
          <a:ln>
            <a:noFill/>
          </a:ln>
        </p:spPr>
      </p:pic>
      <p:sp>
        <p:nvSpPr>
          <p:cNvPr id="407" name="Google Shape;407;p49"/>
          <p:cNvSpPr txBox="1"/>
          <p:nvPr>
            <p:ph type="title"/>
          </p:nvPr>
        </p:nvSpPr>
        <p:spPr>
          <a:xfrm>
            <a:off x="6900493" y="609600"/>
            <a:ext cx="4538124" cy="970450"/>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p>
            <a:pPr indent="0" lvl="0" marL="0" rtl="0" algn="l">
              <a:spcBef>
                <a:spcPts val="0"/>
              </a:spcBef>
              <a:spcAft>
                <a:spcPts val="0"/>
              </a:spcAft>
              <a:buClr>
                <a:schemeClr val="lt2"/>
              </a:buClr>
              <a:buSzPts val="3200"/>
              <a:buFont typeface="Lustria"/>
              <a:buNone/>
            </a:pPr>
            <a:r>
              <a:rPr lang="en-US" sz="3200"/>
              <a:t>Category 1</a:t>
            </a:r>
            <a:endParaRPr/>
          </a:p>
        </p:txBody>
      </p:sp>
      <p:sp>
        <p:nvSpPr>
          <p:cNvPr id="408" name="Google Shape;408;p49"/>
          <p:cNvSpPr txBox="1"/>
          <p:nvPr>
            <p:ph idx="1" type="body"/>
          </p:nvPr>
        </p:nvSpPr>
        <p:spPr>
          <a:xfrm>
            <a:off x="6900493" y="1732449"/>
            <a:ext cx="4403596"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260"/>
              <a:buChar char="◈"/>
            </a:pPr>
            <a:r>
              <a:rPr lang="en-US" sz="1800"/>
              <a:t>Small drones under 0.55lbs. </a:t>
            </a:r>
            <a:endParaRPr/>
          </a:p>
          <a:p>
            <a:pPr indent="-306000" lvl="0" marL="342900" rtl="0" algn="l">
              <a:spcBef>
                <a:spcPts val="960"/>
              </a:spcBef>
              <a:spcAft>
                <a:spcPts val="0"/>
              </a:spcAft>
              <a:buSzPts val="1260"/>
              <a:buChar char="◈"/>
            </a:pPr>
            <a:r>
              <a:rPr lang="en-US" sz="1800"/>
              <a:t>No exposed rotating parts that can lacerate the skin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50"/>
          <p:cNvSpPr txBox="1"/>
          <p:nvPr>
            <p:ph type="title"/>
          </p:nvPr>
        </p:nvSpPr>
        <p:spPr>
          <a:xfrm>
            <a:off x="913795" y="2667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Category 2</a:t>
            </a:r>
            <a:endParaRPr/>
          </a:p>
        </p:txBody>
      </p:sp>
      <p:sp>
        <p:nvSpPr>
          <p:cNvPr id="414" name="Google Shape;414;p50"/>
          <p:cNvSpPr txBox="1"/>
          <p:nvPr>
            <p:ph idx="1" type="body"/>
          </p:nvPr>
        </p:nvSpPr>
        <p:spPr>
          <a:xfrm>
            <a:off x="913795" y="1362809"/>
            <a:ext cx="10353762" cy="4428392"/>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0" lvl="0" marL="36900" rtl="0" algn="l">
              <a:spcBef>
                <a:spcPts val="0"/>
              </a:spcBef>
              <a:spcAft>
                <a:spcPts val="0"/>
              </a:spcAft>
              <a:buSzPts val="1260"/>
              <a:buNone/>
            </a:pPr>
            <a:r>
              <a:rPr b="1" lang="en-US" sz="1800"/>
              <a:t>§ 107.115 Category 2 operations: Operating requirements.</a:t>
            </a:r>
            <a:endParaRPr/>
          </a:p>
          <a:p>
            <a:pPr indent="0" lvl="0" marL="36900" rtl="0" algn="l">
              <a:spcBef>
                <a:spcPts val="960"/>
              </a:spcBef>
              <a:spcAft>
                <a:spcPts val="0"/>
              </a:spcAft>
              <a:buSzPts val="1260"/>
              <a:buNone/>
            </a:pPr>
            <a:r>
              <a:rPr lang="en-US" sz="1800"/>
              <a:t>To conduct Category 2 operations— </a:t>
            </a:r>
            <a:endParaRPr/>
          </a:p>
          <a:p>
            <a:pPr indent="0" lvl="0" marL="36900" rtl="0" algn="l">
              <a:spcBef>
                <a:spcPts val="960"/>
              </a:spcBef>
              <a:spcAft>
                <a:spcPts val="0"/>
              </a:spcAft>
              <a:buSzPts val="1260"/>
              <a:buNone/>
            </a:pPr>
            <a:r>
              <a:rPr lang="en-US" sz="1800"/>
              <a:t>(a) A remote pilot in command must use a small unmanned aircraft that— </a:t>
            </a:r>
            <a:endParaRPr/>
          </a:p>
          <a:p>
            <a:pPr indent="0" lvl="1" marL="414000" rtl="0" algn="l">
              <a:spcBef>
                <a:spcPts val="960"/>
              </a:spcBef>
              <a:spcAft>
                <a:spcPts val="0"/>
              </a:spcAft>
              <a:buSzPts val="1260"/>
              <a:buNone/>
            </a:pPr>
            <a:r>
              <a:rPr lang="en-US"/>
              <a:t>(1) Is eligible for Category 2 operations pursuant to </a:t>
            </a:r>
            <a:r>
              <a:rPr lang="en-US" u="sng">
                <a:solidFill>
                  <a:schemeClr val="hlink"/>
                </a:solidFill>
                <a:hlinkClick r:id="rId3"/>
              </a:rPr>
              <a:t>§ 107.120(a)</a:t>
            </a:r>
            <a:r>
              <a:rPr lang="en-US"/>
              <a:t>; </a:t>
            </a:r>
            <a:endParaRPr/>
          </a:p>
          <a:p>
            <a:pPr indent="0" lvl="1" marL="414000" rtl="0" algn="l">
              <a:spcBef>
                <a:spcPts val="960"/>
              </a:spcBef>
              <a:spcAft>
                <a:spcPts val="0"/>
              </a:spcAft>
              <a:buSzPts val="1260"/>
              <a:buNone/>
            </a:pPr>
            <a:r>
              <a:rPr lang="en-US"/>
              <a:t>(2) Is listed on an FAA-accepted declaration of compliance as eligible for Category 2 operations in accordance with </a:t>
            </a:r>
            <a:r>
              <a:rPr lang="en-US" u="sng">
                <a:solidFill>
                  <a:schemeClr val="hlink"/>
                </a:solidFill>
                <a:hlinkClick r:id="rId4"/>
              </a:rPr>
              <a:t>§ 107.160</a:t>
            </a:r>
            <a:r>
              <a:rPr lang="en-US"/>
              <a:t>; and </a:t>
            </a:r>
            <a:endParaRPr/>
          </a:p>
          <a:p>
            <a:pPr indent="0" lvl="1" marL="414000" rtl="0" algn="l">
              <a:spcBef>
                <a:spcPts val="960"/>
              </a:spcBef>
              <a:spcAft>
                <a:spcPts val="0"/>
              </a:spcAft>
              <a:buSzPts val="1260"/>
              <a:buNone/>
            </a:pPr>
            <a:r>
              <a:rPr lang="en-US"/>
              <a:t>(3) Is labeled as eligible to conduct Category 2 operations in accordance with </a:t>
            </a:r>
            <a:r>
              <a:rPr lang="en-US" u="sng">
                <a:solidFill>
                  <a:schemeClr val="hlink"/>
                </a:solidFill>
                <a:hlinkClick r:id="rId5"/>
              </a:rPr>
              <a:t>§ 107.120(b)(1)</a:t>
            </a:r>
            <a:r>
              <a:rPr lang="en-US"/>
              <a:t>. </a:t>
            </a:r>
            <a:endParaRPr/>
          </a:p>
          <a:p>
            <a:pPr indent="0" lvl="0" marL="36900" rtl="0" algn="l">
              <a:spcBef>
                <a:spcPts val="960"/>
              </a:spcBef>
              <a:spcAft>
                <a:spcPts val="0"/>
              </a:spcAft>
              <a:buSzPts val="1260"/>
              <a:buNone/>
            </a:pPr>
            <a:r>
              <a:rPr lang="en-US" sz="1800"/>
              <a:t>(b) No remote pilot in command may operate a small unmanned aircraft in sustained flight over open-air assemblies of human beings unless the operation meets the requirements of either </a:t>
            </a:r>
            <a:r>
              <a:rPr lang="en-US" sz="1800" u="sng">
                <a:solidFill>
                  <a:schemeClr val="hlink"/>
                </a:solidFill>
                <a:hlinkClick r:id="rId6"/>
              </a:rPr>
              <a:t>§ 89.110</a:t>
            </a:r>
            <a:r>
              <a:rPr lang="en-US" sz="1800"/>
              <a:t> or </a:t>
            </a:r>
            <a:r>
              <a:rPr lang="en-US" sz="1800" u="sng">
                <a:solidFill>
                  <a:schemeClr val="hlink"/>
                </a:solidFill>
                <a:hlinkClick r:id="rId7"/>
              </a:rPr>
              <a:t>§ 89.115(a) of this chapter</a:t>
            </a:r>
            <a:r>
              <a:rPr lang="en-US" sz="1800"/>
              <a:t>.</a:t>
            </a:r>
            <a:endParaRPr/>
          </a:p>
          <a:p>
            <a:pPr indent="0" lvl="0" marL="36900" rtl="0" algn="l">
              <a:spcBef>
                <a:spcPts val="960"/>
              </a:spcBef>
              <a:spcAft>
                <a:spcPts val="0"/>
              </a:spcAft>
              <a:buSzPts val="1260"/>
              <a:buNone/>
            </a:pPr>
            <a:r>
              <a:t/>
            </a:r>
            <a:endParaRPr sz="18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1"/>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Category 2</a:t>
            </a:r>
            <a:endParaRPr/>
          </a:p>
        </p:txBody>
      </p:sp>
      <p:sp>
        <p:nvSpPr>
          <p:cNvPr id="420" name="Google Shape;420;p51"/>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lnSpcReduction="10000"/>
          </a:bodyPr>
          <a:lstStyle/>
          <a:p>
            <a:pPr indent="-306000" lvl="0" marL="342900" rtl="0" algn="l">
              <a:spcBef>
                <a:spcPts val="0"/>
              </a:spcBef>
              <a:spcAft>
                <a:spcPts val="0"/>
              </a:spcAft>
              <a:buSzPts val="1400"/>
              <a:buChar char="◈"/>
            </a:pPr>
            <a:r>
              <a:rPr b="1" lang="en-US"/>
              <a:t>§ 107.120 Category 2 operations: Eligibility of small unmanned aircraft and other applicant requirements.</a:t>
            </a:r>
            <a:endParaRPr/>
          </a:p>
          <a:p>
            <a:pPr indent="-306000" lvl="0" marL="342900" rtl="0" algn="l">
              <a:spcBef>
                <a:spcPts val="1000"/>
              </a:spcBef>
              <a:spcAft>
                <a:spcPts val="0"/>
              </a:spcAft>
              <a:buSzPts val="1400"/>
              <a:buChar char="◈"/>
            </a:pPr>
            <a:r>
              <a:rPr lang="en-US"/>
              <a:t>(a) To be eligible for use in Category 2 operations, the small unmanned aircraft must be designed, produced, or modified such that it—</a:t>
            </a:r>
            <a:endParaRPr/>
          </a:p>
          <a:p>
            <a:pPr indent="-306000" lvl="0" marL="342900" rtl="0" algn="l">
              <a:spcBef>
                <a:spcPts val="1000"/>
              </a:spcBef>
              <a:spcAft>
                <a:spcPts val="0"/>
              </a:spcAft>
              <a:buSzPts val="1400"/>
              <a:buChar char="◈"/>
            </a:pPr>
            <a:r>
              <a:rPr lang="en-US"/>
              <a:t>(1) Will not cause injury to a human being that is equivalent to or greater than the severity of injury caused by a transfer of 11 foot-pounds of kinetic energy upon impact from a rigid object;</a:t>
            </a:r>
            <a:endParaRPr/>
          </a:p>
          <a:p>
            <a:pPr indent="-306000" lvl="0" marL="342900" rtl="0" algn="l">
              <a:spcBef>
                <a:spcPts val="1000"/>
              </a:spcBef>
              <a:spcAft>
                <a:spcPts val="0"/>
              </a:spcAft>
              <a:buSzPts val="1400"/>
              <a:buChar char="◈"/>
            </a:pPr>
            <a:r>
              <a:rPr lang="en-US"/>
              <a:t>(2) Does not contain any exposed rotating parts that would lacerate human skin upon impact with a human being; and</a:t>
            </a:r>
            <a:endParaRPr/>
          </a:p>
          <a:p>
            <a:pPr indent="-306000" lvl="0" marL="342900" rtl="0" algn="l">
              <a:spcBef>
                <a:spcPts val="1000"/>
              </a:spcBef>
              <a:spcAft>
                <a:spcPts val="0"/>
              </a:spcAft>
              <a:buSzPts val="1400"/>
              <a:buChar char="◈"/>
            </a:pPr>
            <a:r>
              <a:rPr lang="en-US"/>
              <a:t>(3) Does not contain any safety defects.</a:t>
            </a:r>
            <a:endParaRPr/>
          </a:p>
          <a:p>
            <a:pPr indent="-217100" lvl="0" marL="342900" rtl="0" algn="l">
              <a:spcBef>
                <a:spcPts val="1000"/>
              </a:spcBef>
              <a:spcAft>
                <a:spcPts val="0"/>
              </a:spcAft>
              <a:buSzPts val="140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2"/>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Category 2</a:t>
            </a:r>
            <a:endParaRPr/>
          </a:p>
        </p:txBody>
      </p:sp>
      <p:sp>
        <p:nvSpPr>
          <p:cNvPr id="426" name="Google Shape;426;p52"/>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fontScale="62500" lnSpcReduction="20000"/>
          </a:bodyPr>
          <a:lstStyle/>
          <a:p>
            <a:pPr indent="-306000" lvl="0" marL="342900" rtl="0" algn="l">
              <a:spcBef>
                <a:spcPts val="0"/>
              </a:spcBef>
              <a:spcAft>
                <a:spcPts val="0"/>
              </a:spcAft>
              <a:buSzPct val="70000"/>
              <a:buChar char="◈"/>
            </a:pPr>
            <a:r>
              <a:rPr lang="en-US"/>
              <a:t>The applicant for a declaration of compliance for a small unmanned aircraft that is eligible for use in Category 2 operations in accordance with </a:t>
            </a:r>
            <a:r>
              <a:rPr lang="en-US" u="sng">
                <a:solidFill>
                  <a:schemeClr val="hlink"/>
                </a:solidFill>
                <a:hlinkClick r:id="rId3"/>
              </a:rPr>
              <a:t>paragraph (a)</a:t>
            </a:r>
            <a:r>
              <a:rPr lang="en-US"/>
              <a:t> of this section, must meet all of the following requirements for the applicant's unmanned aircraft to be used in Category 2 operations:</a:t>
            </a:r>
            <a:endParaRPr/>
          </a:p>
          <a:p>
            <a:pPr indent="-306000" lvl="0" marL="342900" rtl="0" algn="l">
              <a:spcBef>
                <a:spcPts val="850"/>
              </a:spcBef>
              <a:spcAft>
                <a:spcPts val="0"/>
              </a:spcAft>
              <a:buSzPct val="70000"/>
              <a:buChar char="◈"/>
            </a:pPr>
            <a:r>
              <a:rPr lang="en-US"/>
              <a:t>(1) Display a label on the small unmanned aircraft indicating eligibility to conduct Category 2 operations. The label must be in English and be legible, prominent, and permanently affixed to the small unmanned aircraft.</a:t>
            </a:r>
            <a:endParaRPr/>
          </a:p>
          <a:p>
            <a:pPr indent="-306000" lvl="0" marL="342900" rtl="0" algn="l">
              <a:spcBef>
                <a:spcPts val="850"/>
              </a:spcBef>
              <a:spcAft>
                <a:spcPts val="0"/>
              </a:spcAft>
              <a:buSzPct val="70000"/>
              <a:buChar char="◈"/>
            </a:pPr>
            <a:r>
              <a:rPr lang="en-US"/>
              <a:t>(2) Have remote pilot operating instructions that apply to the operation of the small unmanned aircraft system. The applicant for a declaration of compliance must make available these instructions upon sale or transfer of the aircraft or use of the aircraft by someone other than the applicant who submitted a declaration of compliance pursuant to </a:t>
            </a:r>
            <a:r>
              <a:rPr lang="en-US" u="sng">
                <a:solidFill>
                  <a:schemeClr val="hlink"/>
                </a:solidFill>
                <a:hlinkClick r:id="rId4"/>
              </a:rPr>
              <a:t>§ 107.160</a:t>
            </a:r>
            <a:r>
              <a:rPr lang="en-US"/>
              <a:t>. Such instructions must address, at a minimum—</a:t>
            </a:r>
            <a:endParaRPr/>
          </a:p>
          <a:p>
            <a:pPr indent="-306000" lvl="0" marL="342900" rtl="0" algn="l">
              <a:spcBef>
                <a:spcPts val="850"/>
              </a:spcBef>
              <a:spcAft>
                <a:spcPts val="0"/>
              </a:spcAft>
              <a:buSzPct val="70000"/>
              <a:buChar char="◈"/>
            </a:pPr>
            <a:r>
              <a:rPr lang="en-US"/>
              <a:t>(i) A system description that includes the required small unmanned aircraft system components, any system limitations, and the declared category or categories of operation;</a:t>
            </a:r>
            <a:endParaRPr/>
          </a:p>
          <a:p>
            <a:pPr indent="-306000" lvl="0" marL="342900" rtl="0" algn="l">
              <a:spcBef>
                <a:spcPts val="850"/>
              </a:spcBef>
              <a:spcAft>
                <a:spcPts val="0"/>
              </a:spcAft>
              <a:buSzPct val="70000"/>
              <a:buChar char="◈"/>
            </a:pPr>
            <a:r>
              <a:rPr lang="en-US"/>
              <a:t>(ii) Modifications that will not change the ability of the small unmanned aircraft system to meet the requirements for the category or categories of operation the small unmanned aircraft system is eligible to conduct; and</a:t>
            </a:r>
            <a:endParaRPr/>
          </a:p>
          <a:p>
            <a:pPr indent="-306000" lvl="0" marL="342900" rtl="0" algn="l">
              <a:spcBef>
                <a:spcPts val="850"/>
              </a:spcBef>
              <a:spcAft>
                <a:spcPts val="0"/>
              </a:spcAft>
              <a:buSzPct val="70000"/>
              <a:buChar char="◈"/>
            </a:pPr>
            <a:r>
              <a:rPr lang="en-US"/>
              <a:t>(iii) Instructions for how to verify and change the mode or configuration of the small unmanned aircraft system, if they are variable.</a:t>
            </a:r>
            <a:endParaRPr/>
          </a:p>
          <a:p>
            <a:pPr indent="-306000" lvl="0" marL="342900" rtl="0" algn="l">
              <a:spcBef>
                <a:spcPts val="850"/>
              </a:spcBef>
              <a:spcAft>
                <a:spcPts val="0"/>
              </a:spcAft>
              <a:buSzPct val="70000"/>
              <a:buChar char="◈"/>
            </a:pPr>
            <a:r>
              <a:rPr lang="en-US"/>
              <a:t>(3) Maintain a product support and notification process. The applicant for a declaration of compliance must maintain product support and notification procedures to notify the public and the FAA of—</a:t>
            </a:r>
            <a:endParaRPr/>
          </a:p>
          <a:p>
            <a:pPr indent="-306000" lvl="0" marL="342900" rtl="0" algn="l">
              <a:spcBef>
                <a:spcPts val="850"/>
              </a:spcBef>
              <a:spcAft>
                <a:spcPts val="0"/>
              </a:spcAft>
              <a:buSzPct val="70000"/>
              <a:buChar char="◈"/>
            </a:pPr>
            <a:r>
              <a:rPr lang="en-US"/>
              <a:t>(i) Any defect or condition that causes the small unmanned aircraft to no longer meet the requirements of this subpart; and</a:t>
            </a:r>
            <a:endParaRPr/>
          </a:p>
          <a:p>
            <a:pPr indent="-306000" lvl="0" marL="342900" rtl="0" algn="l">
              <a:spcBef>
                <a:spcPts val="850"/>
              </a:spcBef>
              <a:spcAft>
                <a:spcPts val="0"/>
              </a:spcAft>
              <a:buSzPct val="70000"/>
              <a:buChar char="◈"/>
            </a:pPr>
            <a:r>
              <a:rPr lang="en-US"/>
              <a:t>(ii) Any identified safety defect that causes the small unmanned aircraft to exceed a low probability of casualty.</a:t>
            </a:r>
            <a:endParaRPr/>
          </a:p>
          <a:p>
            <a:pPr indent="-250437" lvl="0" marL="342900" rtl="0" algn="l">
              <a:spcBef>
                <a:spcPts val="850"/>
              </a:spcBef>
              <a:spcAft>
                <a:spcPts val="0"/>
              </a:spcAft>
              <a:buSzPct val="70000"/>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53"/>
          <p:cNvSpPr txBox="1"/>
          <p:nvPr>
            <p:ph type="title"/>
          </p:nvPr>
        </p:nvSpPr>
        <p:spPr>
          <a:xfrm>
            <a:off x="834664" y="161192"/>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Category 3</a:t>
            </a:r>
            <a:endParaRPr/>
          </a:p>
        </p:txBody>
      </p:sp>
      <p:sp>
        <p:nvSpPr>
          <p:cNvPr id="432" name="Google Shape;432;p53"/>
          <p:cNvSpPr txBox="1"/>
          <p:nvPr>
            <p:ph idx="1" type="body"/>
          </p:nvPr>
        </p:nvSpPr>
        <p:spPr>
          <a:xfrm>
            <a:off x="306265" y="1468316"/>
            <a:ext cx="11579469" cy="479766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0" lvl="0" marL="36900" rtl="0" algn="l">
              <a:spcBef>
                <a:spcPts val="0"/>
              </a:spcBef>
              <a:spcAft>
                <a:spcPts val="0"/>
              </a:spcAft>
              <a:buSzPts val="840"/>
              <a:buNone/>
            </a:pPr>
            <a:r>
              <a:rPr b="1" lang="en-US" sz="1200"/>
              <a:t>§ 107.125 Category 3 operations: Operating requirements.</a:t>
            </a:r>
            <a:endParaRPr/>
          </a:p>
          <a:p>
            <a:pPr indent="0" lvl="0" marL="36900" rtl="0" algn="l">
              <a:spcBef>
                <a:spcPts val="840"/>
              </a:spcBef>
              <a:spcAft>
                <a:spcPts val="0"/>
              </a:spcAft>
              <a:buSzPts val="840"/>
              <a:buNone/>
            </a:pPr>
            <a:r>
              <a:rPr lang="en-US" sz="1200"/>
              <a:t>To conduct Category 3 operations, a remote pilot in command— </a:t>
            </a:r>
            <a:endParaRPr/>
          </a:p>
          <a:p>
            <a:pPr indent="0" lvl="0" marL="36900" rtl="0" algn="l">
              <a:spcBef>
                <a:spcPts val="840"/>
              </a:spcBef>
              <a:spcAft>
                <a:spcPts val="0"/>
              </a:spcAft>
              <a:buSzPts val="840"/>
              <a:buNone/>
            </a:pPr>
            <a:r>
              <a:rPr lang="en-US" sz="1200"/>
              <a:t>(a) Must use a small unmanned aircraft that— </a:t>
            </a:r>
            <a:endParaRPr/>
          </a:p>
          <a:p>
            <a:pPr indent="0" lvl="1" marL="414000" rtl="0" algn="l">
              <a:spcBef>
                <a:spcPts val="840"/>
              </a:spcBef>
              <a:spcAft>
                <a:spcPts val="0"/>
              </a:spcAft>
              <a:buSzPts val="840"/>
              <a:buNone/>
            </a:pPr>
            <a:r>
              <a:rPr lang="en-US" sz="1200"/>
              <a:t>(1) Is eligible for Category 3 operations pursuant to </a:t>
            </a:r>
            <a:r>
              <a:rPr lang="en-US" sz="1200" u="sng">
                <a:solidFill>
                  <a:schemeClr val="hlink"/>
                </a:solidFill>
                <a:hlinkClick r:id="rId3"/>
              </a:rPr>
              <a:t>§ 107.130(a)</a:t>
            </a:r>
            <a:r>
              <a:rPr lang="en-US" sz="1200"/>
              <a:t>; </a:t>
            </a:r>
            <a:endParaRPr/>
          </a:p>
          <a:p>
            <a:pPr indent="0" lvl="1" marL="414000" rtl="0" algn="l">
              <a:spcBef>
                <a:spcPts val="840"/>
              </a:spcBef>
              <a:spcAft>
                <a:spcPts val="0"/>
              </a:spcAft>
              <a:buSzPts val="840"/>
              <a:buNone/>
            </a:pPr>
            <a:r>
              <a:rPr lang="en-US" sz="1200"/>
              <a:t>(2) Is listed on an FAA-accepted declaration of compliance as eligible for Category 3 operations in accordance with </a:t>
            </a:r>
            <a:r>
              <a:rPr lang="en-US" sz="1200" u="sng">
                <a:solidFill>
                  <a:schemeClr val="hlink"/>
                </a:solidFill>
                <a:hlinkClick r:id="rId4"/>
              </a:rPr>
              <a:t>§ 107.160</a:t>
            </a:r>
            <a:r>
              <a:rPr lang="en-US" sz="1200"/>
              <a:t>; and </a:t>
            </a:r>
            <a:endParaRPr/>
          </a:p>
          <a:p>
            <a:pPr indent="0" lvl="1" marL="414000" rtl="0" algn="l">
              <a:spcBef>
                <a:spcPts val="840"/>
              </a:spcBef>
              <a:spcAft>
                <a:spcPts val="0"/>
              </a:spcAft>
              <a:buSzPts val="840"/>
              <a:buNone/>
            </a:pPr>
            <a:r>
              <a:rPr lang="en-US" sz="1200"/>
              <a:t>(3) Is labeled as eligible for Category 3 operations in accordance with </a:t>
            </a:r>
            <a:r>
              <a:rPr lang="en-US" sz="1200" u="sng">
                <a:solidFill>
                  <a:schemeClr val="hlink"/>
                </a:solidFill>
                <a:hlinkClick r:id="rId5"/>
              </a:rPr>
              <a:t>§ 107.130(b)(1)</a:t>
            </a:r>
            <a:r>
              <a:rPr lang="en-US" sz="1200"/>
              <a:t>; </a:t>
            </a:r>
            <a:endParaRPr/>
          </a:p>
          <a:p>
            <a:pPr indent="0" lvl="0" marL="36900" rtl="0" algn="l">
              <a:spcBef>
                <a:spcPts val="840"/>
              </a:spcBef>
              <a:spcAft>
                <a:spcPts val="0"/>
              </a:spcAft>
              <a:buSzPts val="840"/>
              <a:buNone/>
            </a:pPr>
            <a:r>
              <a:rPr lang="en-US" sz="1200"/>
              <a:t>(b) Must not operate the small unmanned aircraft over open-air assemblies of human beings; and </a:t>
            </a:r>
            <a:endParaRPr/>
          </a:p>
          <a:p>
            <a:pPr indent="0" lvl="0" marL="36900" rtl="0" algn="l">
              <a:spcBef>
                <a:spcPts val="840"/>
              </a:spcBef>
              <a:spcAft>
                <a:spcPts val="0"/>
              </a:spcAft>
              <a:buSzPts val="840"/>
              <a:buNone/>
            </a:pPr>
            <a:r>
              <a:rPr lang="en-US" sz="1200"/>
              <a:t>(c) May only operate the small unmanned aircraft above any human being if operation meets one of the following conditions: </a:t>
            </a:r>
            <a:endParaRPr/>
          </a:p>
          <a:p>
            <a:pPr indent="0" lvl="1" marL="414000" rtl="0" algn="l">
              <a:spcBef>
                <a:spcPts val="840"/>
              </a:spcBef>
              <a:spcAft>
                <a:spcPts val="0"/>
              </a:spcAft>
              <a:buSzPts val="840"/>
              <a:buNone/>
            </a:pPr>
            <a:r>
              <a:rPr lang="en-US" sz="1200"/>
              <a:t>(1) The operation is within or over a closed- or restricted-access site and all human beings located within the closed- or restricted-access site must be on notice that a small unmanned aircraft may fly over them; or </a:t>
            </a:r>
            <a:endParaRPr/>
          </a:p>
          <a:p>
            <a:pPr indent="0" lvl="1" marL="414000" rtl="0" algn="l">
              <a:spcBef>
                <a:spcPts val="840"/>
              </a:spcBef>
              <a:spcAft>
                <a:spcPts val="0"/>
              </a:spcAft>
              <a:buSzPts val="840"/>
              <a:buNone/>
            </a:pPr>
            <a:r>
              <a:rPr lang="en-US" sz="1200"/>
              <a:t>(2) The small unmanned aircraft does not maintain sustained flight over any human being unless that human being is— </a:t>
            </a:r>
            <a:endParaRPr/>
          </a:p>
          <a:p>
            <a:pPr indent="0" lvl="2" marL="720000" rtl="0" algn="l">
              <a:spcBef>
                <a:spcPts val="840"/>
              </a:spcBef>
              <a:spcAft>
                <a:spcPts val="0"/>
              </a:spcAft>
              <a:buSzPts val="840"/>
              <a:buNone/>
            </a:pPr>
            <a:r>
              <a:rPr lang="en-US" sz="1200"/>
              <a:t>(i) Directly participating in the operation of the small unmanned aircraft; or </a:t>
            </a:r>
            <a:endParaRPr/>
          </a:p>
          <a:p>
            <a:pPr indent="0" lvl="2" marL="720000" rtl="0" algn="l">
              <a:spcBef>
                <a:spcPts val="840"/>
              </a:spcBef>
              <a:spcAft>
                <a:spcPts val="0"/>
              </a:spcAft>
              <a:buSzPts val="840"/>
              <a:buNone/>
            </a:pPr>
            <a:r>
              <a:rPr lang="en-US" sz="1200"/>
              <a:t>(ii) Located under a covered structure or inside a stationary vehicle that can provide reasonable protection from a falling small unmanned aircraft.</a:t>
            </a:r>
            <a:endParaRPr/>
          </a:p>
          <a:p>
            <a:pPr indent="-252660" lvl="0" marL="342900" rtl="0" algn="l">
              <a:spcBef>
                <a:spcPts val="840"/>
              </a:spcBef>
              <a:spcAft>
                <a:spcPts val="0"/>
              </a:spcAft>
              <a:buSzPts val="840"/>
              <a:buNone/>
            </a:pPr>
            <a:r>
              <a:t/>
            </a:r>
            <a:endParaRPr sz="12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54"/>
          <p:cNvSpPr txBox="1"/>
          <p:nvPr>
            <p:ph type="title"/>
          </p:nvPr>
        </p:nvSpPr>
        <p:spPr>
          <a:xfrm>
            <a:off x="919119" y="158262"/>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Category 4-(The Regs)</a:t>
            </a:r>
            <a:endParaRPr/>
          </a:p>
        </p:txBody>
      </p:sp>
      <p:sp>
        <p:nvSpPr>
          <p:cNvPr id="438" name="Google Shape;438;p54"/>
          <p:cNvSpPr txBox="1"/>
          <p:nvPr>
            <p:ph idx="1" type="body"/>
          </p:nvPr>
        </p:nvSpPr>
        <p:spPr>
          <a:xfrm>
            <a:off x="131886" y="1046285"/>
            <a:ext cx="11702560" cy="5653453"/>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0" lvl="0" marL="36900" rtl="0" algn="l">
              <a:spcBef>
                <a:spcPts val="0"/>
              </a:spcBef>
              <a:spcAft>
                <a:spcPts val="0"/>
              </a:spcAft>
              <a:buSzPts val="840"/>
              <a:buNone/>
            </a:pPr>
            <a:r>
              <a:rPr b="1" lang="en-US" sz="1200"/>
              <a:t>§ 107.140 Category 4 operations.</a:t>
            </a:r>
            <a:endParaRPr/>
          </a:p>
          <a:p>
            <a:pPr indent="0" lvl="0" marL="36900" rtl="0" algn="l">
              <a:spcBef>
                <a:spcPts val="840"/>
              </a:spcBef>
              <a:spcAft>
                <a:spcPts val="0"/>
              </a:spcAft>
              <a:buSzPts val="840"/>
              <a:buNone/>
            </a:pPr>
            <a:r>
              <a:rPr lang="en-US" sz="1200"/>
              <a:t>(a) </a:t>
            </a:r>
            <a:r>
              <a:rPr b="1" i="1" lang="en-US" sz="1200"/>
              <a:t>Remote pilot in command requirements.</a:t>
            </a:r>
            <a:r>
              <a:rPr lang="en-US" sz="1200"/>
              <a:t> To conduct Category 4 operations— </a:t>
            </a:r>
            <a:endParaRPr/>
          </a:p>
          <a:p>
            <a:pPr indent="0" lvl="1" marL="450000" rtl="0" algn="l">
              <a:spcBef>
                <a:spcPts val="840"/>
              </a:spcBef>
              <a:spcAft>
                <a:spcPts val="0"/>
              </a:spcAft>
              <a:buSzPts val="840"/>
              <a:buNone/>
            </a:pPr>
            <a:r>
              <a:rPr lang="en-US" sz="1200"/>
              <a:t>(1) A remote pilot in command— </a:t>
            </a:r>
            <a:endParaRPr/>
          </a:p>
          <a:p>
            <a:pPr indent="0" lvl="2" marL="720000" rtl="0" algn="l">
              <a:spcBef>
                <a:spcPts val="840"/>
              </a:spcBef>
              <a:spcAft>
                <a:spcPts val="0"/>
              </a:spcAft>
              <a:buSzPts val="840"/>
              <a:buNone/>
            </a:pPr>
            <a:r>
              <a:rPr lang="en-US" sz="1200"/>
              <a:t>(i) Must use a small unmanned aircraft that is eligible for Category 4 operations pursuant to </a:t>
            </a:r>
            <a:r>
              <a:rPr lang="en-US" sz="1200" u="sng">
                <a:solidFill>
                  <a:schemeClr val="hlink"/>
                </a:solidFill>
                <a:hlinkClick r:id="rId3"/>
              </a:rPr>
              <a:t>paragraph (b)</a:t>
            </a:r>
            <a:r>
              <a:rPr lang="en-US" sz="1200"/>
              <a:t> of this section; and </a:t>
            </a:r>
            <a:endParaRPr/>
          </a:p>
          <a:p>
            <a:pPr indent="0" lvl="2" marL="720000" rtl="0" algn="l">
              <a:spcBef>
                <a:spcPts val="840"/>
              </a:spcBef>
              <a:spcAft>
                <a:spcPts val="0"/>
              </a:spcAft>
              <a:buSzPts val="840"/>
              <a:buNone/>
            </a:pPr>
            <a:r>
              <a:rPr lang="en-US" sz="1200"/>
              <a:t>(ii) Must operate the small unmanned aircraft in accordance with all operating limitations that apply to the small unmanned aircraft, as specified by the Administrator. </a:t>
            </a:r>
            <a:endParaRPr/>
          </a:p>
          <a:p>
            <a:pPr indent="0" lvl="1" marL="414000" rtl="0" algn="l">
              <a:spcBef>
                <a:spcPts val="840"/>
              </a:spcBef>
              <a:spcAft>
                <a:spcPts val="0"/>
              </a:spcAft>
              <a:buSzPts val="840"/>
              <a:buNone/>
            </a:pPr>
            <a:r>
              <a:rPr lang="en-US" sz="1200"/>
              <a:t>(2) No remote pilot in command may operate a small unmanned aircraft in sustained flight over open-air assemblies of human beings unless the operation meets the requirements of either </a:t>
            </a:r>
            <a:r>
              <a:rPr lang="en-US" sz="1200" u="sng">
                <a:solidFill>
                  <a:schemeClr val="hlink"/>
                </a:solidFill>
                <a:hlinkClick r:id="rId4"/>
              </a:rPr>
              <a:t>§ 89.110</a:t>
            </a:r>
            <a:r>
              <a:rPr lang="en-US" sz="1200"/>
              <a:t> or </a:t>
            </a:r>
            <a:r>
              <a:rPr lang="en-US" sz="1200" u="sng">
                <a:solidFill>
                  <a:schemeClr val="hlink"/>
                </a:solidFill>
                <a:hlinkClick r:id="rId5"/>
              </a:rPr>
              <a:t>§ 89.115(a) of this chapter</a:t>
            </a:r>
            <a:r>
              <a:rPr lang="en-US" sz="1200"/>
              <a:t>. </a:t>
            </a:r>
            <a:endParaRPr/>
          </a:p>
          <a:p>
            <a:pPr indent="0" lvl="0" marL="36900" rtl="0" algn="l">
              <a:spcBef>
                <a:spcPts val="840"/>
              </a:spcBef>
              <a:spcAft>
                <a:spcPts val="0"/>
              </a:spcAft>
              <a:buSzPts val="840"/>
              <a:buNone/>
            </a:pPr>
            <a:r>
              <a:rPr lang="en-US" sz="1200"/>
              <a:t>(b) </a:t>
            </a:r>
            <a:r>
              <a:rPr b="1" i="1" lang="en-US" sz="1200"/>
              <a:t>Small unmanned aircraft requirements for Category 4.</a:t>
            </a:r>
            <a:r>
              <a:rPr lang="en-US" sz="1200"/>
              <a:t> To be eligible to operate over human beings under this section, the small unmanned aircraft must— </a:t>
            </a:r>
            <a:endParaRPr/>
          </a:p>
          <a:p>
            <a:pPr indent="0" lvl="1" marL="414000" rtl="0" algn="l">
              <a:spcBef>
                <a:spcPts val="840"/>
              </a:spcBef>
              <a:spcAft>
                <a:spcPts val="0"/>
              </a:spcAft>
              <a:buSzPts val="840"/>
              <a:buNone/>
            </a:pPr>
            <a:r>
              <a:rPr lang="en-US" sz="1200"/>
              <a:t>(1) Have an airworthiness certificate issued under </a:t>
            </a:r>
            <a:r>
              <a:rPr lang="en-US" sz="1200" u="sng">
                <a:solidFill>
                  <a:schemeClr val="hlink"/>
                </a:solidFill>
                <a:hlinkClick r:id="rId6"/>
              </a:rPr>
              <a:t>part 21 of this chapter</a:t>
            </a:r>
            <a:r>
              <a:rPr lang="en-US" sz="1200"/>
              <a:t>. </a:t>
            </a:r>
            <a:endParaRPr/>
          </a:p>
          <a:p>
            <a:pPr indent="0" lvl="1" marL="414000" rtl="0" algn="l">
              <a:spcBef>
                <a:spcPts val="840"/>
              </a:spcBef>
              <a:spcAft>
                <a:spcPts val="0"/>
              </a:spcAft>
              <a:buSzPts val="840"/>
              <a:buNone/>
            </a:pPr>
            <a:r>
              <a:rPr lang="en-US" sz="1200"/>
              <a:t>(2) Be operated in accordance with the operating limitations specified in the approved Flight Manual or as otherwise specified by the Administrator. The operating limitations must not prohibit operations over human beings. </a:t>
            </a:r>
            <a:endParaRPr/>
          </a:p>
          <a:p>
            <a:pPr indent="0" lvl="1" marL="414000" rtl="0" algn="l">
              <a:spcBef>
                <a:spcPts val="840"/>
              </a:spcBef>
              <a:spcAft>
                <a:spcPts val="0"/>
              </a:spcAft>
              <a:buSzPts val="840"/>
              <a:buNone/>
            </a:pPr>
            <a:r>
              <a:rPr lang="en-US" sz="1200"/>
              <a:t>(3) Have maintenance, preventive maintenance, alterations, or inspections performed in accordance with </a:t>
            </a:r>
            <a:r>
              <a:rPr lang="en-US" sz="1200" u="sng">
                <a:solidFill>
                  <a:schemeClr val="hlink"/>
                </a:solidFill>
                <a:hlinkClick r:id="rId7"/>
              </a:rPr>
              <a:t>paragraph (c)(1)</a:t>
            </a:r>
            <a:r>
              <a:rPr lang="en-US" sz="1200"/>
              <a:t> of this section. </a:t>
            </a:r>
            <a:endParaRPr/>
          </a:p>
          <a:p>
            <a:pPr indent="0" lvl="0" marL="36900" rtl="0" algn="l">
              <a:spcBef>
                <a:spcPts val="840"/>
              </a:spcBef>
              <a:spcAft>
                <a:spcPts val="0"/>
              </a:spcAft>
              <a:buSzPts val="840"/>
              <a:buNone/>
            </a:pPr>
            <a:r>
              <a:rPr lang="en-US" sz="1200"/>
              <a:t>(c) </a:t>
            </a:r>
            <a:r>
              <a:rPr b="1" i="1" lang="en-US" sz="1200"/>
              <a:t>Maintenance requirements for Category 4.</a:t>
            </a:r>
            <a:r>
              <a:rPr lang="en-US" sz="1200"/>
              <a:t> The owner must (unless the owner enters into an agreement with an operator to meet the requirements of this </a:t>
            </a:r>
            <a:r>
              <a:rPr lang="en-US" sz="1200" u="sng">
                <a:solidFill>
                  <a:schemeClr val="hlink"/>
                </a:solidFill>
                <a:hlinkClick r:id="rId8"/>
              </a:rPr>
              <a:t>paragraph (c)</a:t>
            </a:r>
            <a:r>
              <a:rPr lang="en-US" sz="1200"/>
              <a:t>, then the operator must) meet the requirements of this </a:t>
            </a:r>
            <a:r>
              <a:rPr lang="en-US" sz="1200" u="sng">
                <a:solidFill>
                  <a:schemeClr val="hlink"/>
                </a:solidFill>
                <a:hlinkClick r:id="rId9"/>
              </a:rPr>
              <a:t>paragraph (c)</a:t>
            </a:r>
            <a:r>
              <a:rPr lang="en-US" sz="1200"/>
              <a:t>: </a:t>
            </a:r>
            <a:endParaRPr/>
          </a:p>
          <a:p>
            <a:pPr indent="0" lvl="1" marL="414000" rtl="0" algn="l">
              <a:spcBef>
                <a:spcPts val="840"/>
              </a:spcBef>
              <a:spcAft>
                <a:spcPts val="0"/>
              </a:spcAft>
              <a:buSzPts val="840"/>
              <a:buNone/>
            </a:pPr>
            <a:r>
              <a:rPr lang="en-US" sz="1200"/>
              <a:t>(1) Ensure the person performing any maintenance, preventive maintenance, alterations, or inspections: </a:t>
            </a:r>
            <a:endParaRPr/>
          </a:p>
          <a:p>
            <a:pPr indent="0" lvl="2" marL="720000" rtl="0" algn="l">
              <a:spcBef>
                <a:spcPts val="840"/>
              </a:spcBef>
              <a:spcAft>
                <a:spcPts val="0"/>
              </a:spcAft>
              <a:buSzPts val="840"/>
              <a:buNone/>
            </a:pPr>
            <a:r>
              <a:rPr lang="en-US" sz="1200"/>
              <a:t>(i) Uses the methods, techniques, and practices prescribed in the manufacturer's current maintenance manual or Instructions for Continued Airworthiness that are acceptable to the Administrator, or other methods, techniques, and practices acceptable to the Administrator; </a:t>
            </a:r>
            <a:endParaRPr/>
          </a:p>
          <a:p>
            <a:pPr indent="0" lvl="2" marL="720000" rtl="0" algn="l">
              <a:spcBef>
                <a:spcPts val="840"/>
              </a:spcBef>
              <a:spcAft>
                <a:spcPts val="0"/>
              </a:spcAft>
              <a:buSzPts val="840"/>
              <a:buNone/>
            </a:pPr>
            <a:r>
              <a:rPr lang="en-US" sz="1200"/>
              <a:t>(ii) Has the knowledge, skill, and appropriate equipment to perform the work; </a:t>
            </a:r>
            <a:endParaRPr/>
          </a:p>
          <a:p>
            <a:pPr indent="0" lvl="2" marL="720000" rtl="0" algn="l">
              <a:spcBef>
                <a:spcPts val="840"/>
              </a:spcBef>
              <a:spcAft>
                <a:spcPts val="0"/>
              </a:spcAft>
              <a:buSzPts val="840"/>
              <a:buNone/>
            </a:pPr>
            <a:r>
              <a:rPr lang="en-US" sz="1200"/>
              <a:t>(iii) Performs the maintenance, preventive maintenance, or alterations on the small unmanned aircraft in a manner using the methods, techniques, and practices prescribed in the manufacturer's current maintenance manual or Instructions for Continued Airworthiness prepared by its manufacturer, or other methods, techniques, and practices acceptable to the Administrator; </a:t>
            </a:r>
            <a:endParaRPr sz="12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55"/>
          <p:cNvSpPr txBox="1"/>
          <p:nvPr>
            <p:ph type="title"/>
          </p:nvPr>
        </p:nvSpPr>
        <p:spPr>
          <a:xfrm>
            <a:off x="913795" y="9635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Category 4-(The Regs)</a:t>
            </a:r>
            <a:endParaRPr/>
          </a:p>
        </p:txBody>
      </p:sp>
      <p:sp>
        <p:nvSpPr>
          <p:cNvPr id="444" name="Google Shape;444;p55"/>
          <p:cNvSpPr txBox="1"/>
          <p:nvPr>
            <p:ph idx="1" type="body"/>
          </p:nvPr>
        </p:nvSpPr>
        <p:spPr>
          <a:xfrm>
            <a:off x="184639" y="1066800"/>
            <a:ext cx="11684976" cy="541313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Autofit/>
          </a:bodyPr>
          <a:lstStyle/>
          <a:p>
            <a:pPr indent="0" lvl="1" marL="414000" rtl="0" algn="l">
              <a:spcBef>
                <a:spcPts val="0"/>
              </a:spcBef>
              <a:spcAft>
                <a:spcPts val="0"/>
              </a:spcAft>
              <a:buSzPts val="840"/>
              <a:buNone/>
            </a:pPr>
            <a:r>
              <a:t/>
            </a:r>
            <a:endParaRPr sz="1200"/>
          </a:p>
          <a:p>
            <a:pPr indent="0" lvl="2" marL="720000" rtl="0" algn="l">
              <a:spcBef>
                <a:spcPts val="840"/>
              </a:spcBef>
              <a:spcAft>
                <a:spcPts val="0"/>
              </a:spcAft>
              <a:buSzPts val="840"/>
              <a:buNone/>
            </a:pPr>
            <a:r>
              <a:rPr lang="en-US" sz="1200"/>
              <a:t>(iv) Inspects the small unmanned aircraft in accordance with the manufacturer's instructions or other instructions acceptable to the Administrator; and </a:t>
            </a:r>
            <a:endParaRPr/>
          </a:p>
          <a:p>
            <a:pPr indent="0" lvl="2" marL="720000" rtl="0" algn="l">
              <a:spcBef>
                <a:spcPts val="840"/>
              </a:spcBef>
              <a:spcAft>
                <a:spcPts val="0"/>
              </a:spcAft>
              <a:buSzPts val="840"/>
              <a:buNone/>
            </a:pPr>
            <a:r>
              <a:rPr lang="en-US" sz="1200"/>
              <a:t>(v) Performs the maintenance, preventive maintenance, or alterations using parts of such a quality that the condition of the aircraft will be at least equal to its original or properly altered condition. </a:t>
            </a:r>
            <a:endParaRPr/>
          </a:p>
          <a:p>
            <a:pPr indent="0" lvl="1" marL="414000" rtl="0" algn="l">
              <a:spcBef>
                <a:spcPts val="840"/>
              </a:spcBef>
              <a:spcAft>
                <a:spcPts val="0"/>
              </a:spcAft>
              <a:buSzPts val="840"/>
              <a:buNone/>
            </a:pPr>
            <a:r>
              <a:rPr lang="en-US" sz="1200"/>
              <a:t>(2) Maintain all records of maintenance, preventive maintenance, and alterations performed on the aircraft and ensure the records are documented in a manner acceptable to the Administrator. The records must contain the description of the work performed, the date the work was completed, and the name of the person who performed the work. </a:t>
            </a:r>
            <a:endParaRPr/>
          </a:p>
          <a:p>
            <a:pPr indent="0" lvl="1" marL="414000" rtl="0" algn="l">
              <a:spcBef>
                <a:spcPts val="840"/>
              </a:spcBef>
              <a:spcAft>
                <a:spcPts val="0"/>
              </a:spcAft>
              <a:buSzPts val="840"/>
              <a:buNone/>
            </a:pPr>
            <a:r>
              <a:rPr lang="en-US" sz="1200"/>
              <a:t>(3) Maintain all records containing— </a:t>
            </a:r>
            <a:endParaRPr/>
          </a:p>
          <a:p>
            <a:pPr indent="0" lvl="2" marL="720000" rtl="0" algn="l">
              <a:spcBef>
                <a:spcPts val="840"/>
              </a:spcBef>
              <a:spcAft>
                <a:spcPts val="0"/>
              </a:spcAft>
              <a:buSzPts val="840"/>
              <a:buNone/>
            </a:pPr>
            <a:r>
              <a:rPr lang="en-US" sz="1200"/>
              <a:t>(i) The status of life-limited parts that are installed on, or part of, the small unmanned aircraft; </a:t>
            </a:r>
            <a:endParaRPr/>
          </a:p>
          <a:p>
            <a:pPr indent="0" lvl="2" marL="720000" rtl="0" algn="l">
              <a:spcBef>
                <a:spcPts val="840"/>
              </a:spcBef>
              <a:spcAft>
                <a:spcPts val="0"/>
              </a:spcAft>
              <a:buSzPts val="840"/>
              <a:buNone/>
            </a:pPr>
            <a:r>
              <a:rPr lang="en-US" sz="1200"/>
              <a:t>(ii) The inspection status of the aircraft; and </a:t>
            </a:r>
            <a:endParaRPr/>
          </a:p>
          <a:p>
            <a:pPr indent="0" lvl="2" marL="720000" rtl="0" algn="l">
              <a:spcBef>
                <a:spcPts val="840"/>
              </a:spcBef>
              <a:spcAft>
                <a:spcPts val="0"/>
              </a:spcAft>
              <a:buSzPts val="840"/>
              <a:buNone/>
            </a:pPr>
            <a:r>
              <a:rPr lang="en-US" sz="1200"/>
              <a:t>(iii) The status of applicable airworthiness directives including the method of compliance, the airworthiness directive number, and revision date. If the airworthiness directive involves recurring action, the record must contain the time and date of the next required action. </a:t>
            </a:r>
            <a:endParaRPr/>
          </a:p>
          <a:p>
            <a:pPr indent="0" lvl="1" marL="414000" rtl="0" algn="l">
              <a:spcBef>
                <a:spcPts val="840"/>
              </a:spcBef>
              <a:spcAft>
                <a:spcPts val="0"/>
              </a:spcAft>
              <a:buSzPts val="840"/>
              <a:buNone/>
            </a:pPr>
            <a:r>
              <a:rPr lang="en-US" sz="1200"/>
              <a:t>(4) Retain the records required under </a:t>
            </a:r>
            <a:r>
              <a:rPr lang="en-US" sz="1200" u="sng">
                <a:solidFill>
                  <a:schemeClr val="hlink"/>
                </a:solidFill>
                <a:hlinkClick r:id="rId3"/>
              </a:rPr>
              <a:t>paragraphs (c)(2)</a:t>
            </a:r>
            <a:r>
              <a:rPr lang="en-US" sz="1200"/>
              <a:t> and </a:t>
            </a:r>
            <a:r>
              <a:rPr lang="en-US" sz="1200" u="sng">
                <a:solidFill>
                  <a:schemeClr val="hlink"/>
                </a:solidFill>
                <a:hlinkClick r:id="rId4"/>
              </a:rPr>
              <a:t>(3)</a:t>
            </a:r>
            <a:r>
              <a:rPr lang="en-US" sz="1200"/>
              <a:t> of this section, as follows: </a:t>
            </a:r>
            <a:endParaRPr/>
          </a:p>
          <a:p>
            <a:pPr indent="0" lvl="2" marL="720000" rtl="0" algn="l">
              <a:spcBef>
                <a:spcPts val="840"/>
              </a:spcBef>
              <a:spcAft>
                <a:spcPts val="0"/>
              </a:spcAft>
              <a:buSzPts val="840"/>
              <a:buNone/>
            </a:pPr>
            <a:r>
              <a:rPr lang="en-US" sz="1200"/>
              <a:t>(i) The records documenting maintenance, preventive maintenance, or alterations performed must be retained for 1 year from when the work is completed or until the maintenance is repeated or superseded by other work. </a:t>
            </a:r>
            <a:endParaRPr/>
          </a:p>
          <a:p>
            <a:pPr indent="0" lvl="2" marL="720000" rtl="0" algn="l">
              <a:spcBef>
                <a:spcPts val="840"/>
              </a:spcBef>
              <a:spcAft>
                <a:spcPts val="0"/>
              </a:spcAft>
              <a:buSzPts val="840"/>
              <a:buNone/>
            </a:pPr>
            <a:r>
              <a:rPr lang="en-US" sz="1200"/>
              <a:t>(ii) The records documenting the status of life-limited parts, compliance with airworthiness directives, and inspection status of the small unmanned aircraft must be retained and transferred with the aircraft upon change in ownership. </a:t>
            </a:r>
            <a:endParaRPr/>
          </a:p>
          <a:p>
            <a:pPr indent="0" lvl="1" marL="414000" rtl="0" algn="l">
              <a:spcBef>
                <a:spcPts val="840"/>
              </a:spcBef>
              <a:spcAft>
                <a:spcPts val="0"/>
              </a:spcAft>
              <a:buSzPts val="840"/>
              <a:buNone/>
            </a:pPr>
            <a:r>
              <a:rPr lang="en-US" sz="1200"/>
              <a:t>(5) Ensure all records under </a:t>
            </a:r>
            <a:r>
              <a:rPr lang="en-US" sz="1200" u="sng">
                <a:solidFill>
                  <a:schemeClr val="hlink"/>
                </a:solidFill>
                <a:hlinkClick r:id="rId5"/>
              </a:rPr>
              <a:t>paragraphs (c)(2)</a:t>
            </a:r>
            <a:r>
              <a:rPr lang="en-US" sz="1200"/>
              <a:t> and </a:t>
            </a:r>
            <a:r>
              <a:rPr lang="en-US" sz="1200" u="sng">
                <a:solidFill>
                  <a:schemeClr val="hlink"/>
                </a:solidFill>
                <a:hlinkClick r:id="rId6"/>
              </a:rPr>
              <a:t>(3)</a:t>
            </a:r>
            <a:r>
              <a:rPr lang="en-US" sz="1200"/>
              <a:t> of this section are available for inspection upon request from the Administrator or any authorized representative of the National Transportation Safety Board (NTSB). </a:t>
            </a:r>
            <a:endParaRPr/>
          </a:p>
          <a:p>
            <a:pPr indent="0" lvl="2" marL="720000" rtl="0" algn="l">
              <a:spcBef>
                <a:spcPts val="840"/>
              </a:spcBef>
              <a:spcAft>
                <a:spcPts val="0"/>
              </a:spcAft>
              <a:buSzPts val="840"/>
              <a:buNone/>
            </a:pPr>
            <a:r>
              <a:rPr lang="en-US" sz="1200"/>
              <a:t>(d) </a:t>
            </a:r>
            <a:r>
              <a:rPr b="1" i="1" lang="en-US" sz="1200"/>
              <a:t>Compliance with </a:t>
            </a:r>
            <a:r>
              <a:rPr b="1" i="1" lang="en-US" sz="1200" u="sng">
                <a:solidFill>
                  <a:schemeClr val="hlink"/>
                </a:solidFill>
                <a:hlinkClick r:id="rId7"/>
              </a:rPr>
              <a:t>parts 43</a:t>
            </a:r>
            <a:r>
              <a:rPr b="1" i="1" lang="en-US" sz="1200"/>
              <a:t> and </a:t>
            </a:r>
            <a:r>
              <a:rPr b="1" i="1" lang="en-US" sz="1200" u="sng">
                <a:solidFill>
                  <a:schemeClr val="hlink"/>
                </a:solidFill>
                <a:hlinkClick r:id="rId8"/>
              </a:rPr>
              <a:t>91 of this chapter</a:t>
            </a:r>
            <a:r>
              <a:rPr b="1" i="1" lang="en-US" sz="1200"/>
              <a:t>.</a:t>
            </a:r>
            <a:r>
              <a:rPr lang="en-US" sz="1200"/>
              <a:t> Compliance with part 43 and part 91, subpart E, of this chapter fulfills the requirements in </a:t>
            </a:r>
            <a:r>
              <a:rPr lang="en-US" sz="1200" u="sng">
                <a:solidFill>
                  <a:schemeClr val="hlink"/>
                </a:solidFill>
                <a:hlinkClick r:id="rId9"/>
              </a:rPr>
              <a:t>paragraphs (b)(3)</a:t>
            </a:r>
            <a:r>
              <a:rPr lang="en-US" sz="1200"/>
              <a:t> and </a:t>
            </a:r>
            <a:r>
              <a:rPr lang="en-US" sz="1200" u="sng">
                <a:solidFill>
                  <a:schemeClr val="hlink"/>
                </a:solidFill>
                <a:hlinkClick r:id="rId10"/>
              </a:rPr>
              <a:t>(c)</a:t>
            </a:r>
            <a:r>
              <a:rPr lang="en-US" sz="1200"/>
              <a:t> of this section.</a:t>
            </a:r>
            <a:endParaRPr/>
          </a:p>
          <a:p>
            <a:pPr indent="0" lvl="0" marL="36900" rtl="0" algn="l">
              <a:spcBef>
                <a:spcPts val="840"/>
              </a:spcBef>
              <a:spcAft>
                <a:spcPts val="0"/>
              </a:spcAft>
              <a:buSzPts val="840"/>
              <a:buNone/>
            </a:pPr>
            <a:r>
              <a:t/>
            </a:r>
            <a:endParaRPr sz="12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56"/>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The Cliff Notes…</a:t>
            </a:r>
            <a:endParaRPr/>
          </a:p>
        </p:txBody>
      </p:sp>
      <p:sp>
        <p:nvSpPr>
          <p:cNvPr id="450" name="Google Shape;450;p56"/>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lnSpcReduction="10000"/>
          </a:bodyPr>
          <a:lstStyle/>
          <a:p>
            <a:pPr indent="-306000" lvl="0" marL="342900" rtl="0" algn="l">
              <a:spcBef>
                <a:spcPts val="0"/>
              </a:spcBef>
              <a:spcAft>
                <a:spcPts val="0"/>
              </a:spcAft>
              <a:buSzPts val="1400"/>
              <a:buChar char="◈"/>
            </a:pPr>
            <a:r>
              <a:rPr b="1" lang="en-US"/>
              <a:t>Category 1 </a:t>
            </a:r>
            <a:r>
              <a:rPr lang="en-US"/>
              <a:t>is under .55lbs and the blades of the sUAS are protected so they can’t cut people.</a:t>
            </a:r>
            <a:endParaRPr/>
          </a:p>
          <a:p>
            <a:pPr indent="-306000" lvl="0" marL="342900" rtl="0" algn="l">
              <a:spcBef>
                <a:spcPts val="1000"/>
              </a:spcBef>
              <a:spcAft>
                <a:spcPts val="0"/>
              </a:spcAft>
              <a:buSzPts val="1400"/>
              <a:buChar char="◈"/>
            </a:pPr>
            <a:r>
              <a:rPr b="1" lang="en-US"/>
              <a:t>Category 2 and 3 </a:t>
            </a:r>
            <a:r>
              <a:rPr lang="en-US"/>
              <a:t>need </a:t>
            </a:r>
            <a:r>
              <a:rPr b="1" lang="en-US"/>
              <a:t>d</a:t>
            </a:r>
            <a:r>
              <a:rPr lang="en-US"/>
              <a:t>eclarations </a:t>
            </a:r>
            <a:r>
              <a:rPr b="1" lang="en-US"/>
              <a:t>o</a:t>
            </a:r>
            <a:r>
              <a:rPr lang="en-US"/>
              <a:t>f </a:t>
            </a:r>
            <a:r>
              <a:rPr b="1" lang="en-US"/>
              <a:t>c</a:t>
            </a:r>
            <a:r>
              <a:rPr lang="en-US"/>
              <a:t>ompliance (DOC)</a:t>
            </a:r>
            <a:endParaRPr/>
          </a:p>
          <a:p>
            <a:pPr indent="-270000" lvl="1" marL="720000" rtl="0" algn="l">
              <a:spcBef>
                <a:spcPts val="960"/>
              </a:spcBef>
              <a:spcAft>
                <a:spcPts val="0"/>
              </a:spcAft>
              <a:buSzPts val="1260"/>
              <a:buChar char="🞚"/>
            </a:pPr>
            <a:r>
              <a:rPr lang="en-US"/>
              <a:t>Basically means that they meet the FAA rules for CAT 2 or CAT 3</a:t>
            </a:r>
            <a:endParaRPr/>
          </a:p>
          <a:p>
            <a:pPr indent="-270000" lvl="1" marL="720000" rtl="0" algn="l">
              <a:spcBef>
                <a:spcPts val="960"/>
              </a:spcBef>
              <a:spcAft>
                <a:spcPts val="0"/>
              </a:spcAft>
              <a:buSzPts val="1260"/>
              <a:buChar char="🞚"/>
            </a:pPr>
            <a:r>
              <a:rPr lang="en-US"/>
              <a:t>Label that states the FAA has approved the DOC must be on the drone. This is the responsibility of the person who submits the DOC to the FAA</a:t>
            </a:r>
            <a:endParaRPr/>
          </a:p>
          <a:p>
            <a:pPr indent="0" lvl="0" marL="72900" rtl="0" algn="l">
              <a:spcBef>
                <a:spcPts val="1000"/>
              </a:spcBef>
              <a:spcAft>
                <a:spcPts val="0"/>
              </a:spcAft>
              <a:buSzPts val="1400"/>
              <a:buNone/>
            </a:pPr>
            <a:r>
              <a:rPr b="1" lang="en-US"/>
              <a:t>Category 4 </a:t>
            </a:r>
            <a:r>
              <a:rPr lang="en-US"/>
              <a:t>need an airworthiness certificate (basically same rules as a large manned aircraft)</a:t>
            </a:r>
            <a:endParaRPr/>
          </a:p>
          <a:p>
            <a:pPr indent="0" lvl="0" marL="72900" rtl="0" algn="l">
              <a:spcBef>
                <a:spcPts val="1000"/>
              </a:spcBef>
              <a:spcAft>
                <a:spcPts val="0"/>
              </a:spcAft>
              <a:buSzPts val="1400"/>
              <a:buNone/>
            </a:pPr>
            <a:r>
              <a:rPr lang="en-US"/>
              <a:t>	needs to be properly maintained, have maintenance records etc. </a:t>
            </a:r>
            <a:endParaRPr/>
          </a:p>
          <a:p>
            <a:pPr indent="0" lvl="0" marL="72900" rtl="0" algn="l">
              <a:spcBef>
                <a:spcPts val="1000"/>
              </a:spcBef>
              <a:spcAft>
                <a:spcPts val="0"/>
              </a:spcAft>
              <a:buSzPts val="1400"/>
              <a:buNone/>
            </a:pPr>
            <a:r>
              <a:rPr lang="en-US"/>
              <a:t>No drone can be flown over a moving vehicle with people in it for a sustained flight. </a:t>
            </a:r>
            <a:endParaRPr/>
          </a:p>
          <a:p>
            <a:pPr indent="0" lvl="0" marL="72900" rtl="0" algn="l">
              <a:spcBef>
                <a:spcPts val="1000"/>
              </a:spcBef>
              <a:spcAft>
                <a:spcPts val="0"/>
              </a:spcAft>
              <a:buSzPts val="1400"/>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57"/>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Standard Remote ID-(The Regs)</a:t>
            </a:r>
            <a:endParaRPr/>
          </a:p>
        </p:txBody>
      </p:sp>
      <p:sp>
        <p:nvSpPr>
          <p:cNvPr id="456" name="Google Shape;456;p57"/>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lnSpcReduction="10000"/>
          </a:bodyPr>
          <a:lstStyle/>
          <a:p>
            <a:pPr indent="-306000" lvl="0" marL="342900" rtl="0" algn="l">
              <a:spcBef>
                <a:spcPts val="0"/>
              </a:spcBef>
              <a:spcAft>
                <a:spcPts val="0"/>
              </a:spcAft>
              <a:buSzPts val="840"/>
              <a:buChar char="◈"/>
            </a:pPr>
            <a:r>
              <a:rPr b="1" lang="en-US" sz="1200"/>
              <a:t>89.110 Operation of standard remote identification unmanned aircraft.</a:t>
            </a:r>
            <a:endParaRPr/>
          </a:p>
          <a:p>
            <a:pPr indent="-306000" lvl="0" marL="342900" rtl="0" algn="l">
              <a:spcBef>
                <a:spcPts val="840"/>
              </a:spcBef>
              <a:spcAft>
                <a:spcPts val="0"/>
              </a:spcAft>
              <a:buSzPts val="840"/>
              <a:buChar char="◈"/>
            </a:pPr>
            <a:r>
              <a:rPr lang="en-US" sz="1200"/>
              <a:t>Unless otherwise authorized by the Administrator, a person may comply with the remote identification requirement of </a:t>
            </a:r>
            <a:r>
              <a:rPr lang="en-US" sz="1200" u="sng">
                <a:solidFill>
                  <a:schemeClr val="hlink"/>
                </a:solidFill>
                <a:hlinkClick r:id="rId3"/>
              </a:rPr>
              <a:t>§ 89.105</a:t>
            </a:r>
            <a:r>
              <a:rPr lang="en-US" sz="1200"/>
              <a:t> by operating a standard remote identification unmanned aircraft under the following conditions: </a:t>
            </a:r>
            <a:endParaRPr/>
          </a:p>
          <a:p>
            <a:pPr indent="-306000" lvl="0" marL="342900" rtl="0" algn="l">
              <a:spcBef>
                <a:spcPts val="840"/>
              </a:spcBef>
              <a:spcAft>
                <a:spcPts val="0"/>
              </a:spcAft>
              <a:buSzPts val="840"/>
              <a:buChar char="◈"/>
            </a:pPr>
            <a:r>
              <a:rPr lang="en-US" sz="1200"/>
              <a:t>(a) </a:t>
            </a:r>
            <a:r>
              <a:rPr b="1" i="1" lang="en-US" sz="1200"/>
              <a:t>Operational requirements.</a:t>
            </a:r>
            <a:r>
              <a:rPr lang="en-US" sz="1200"/>
              <a:t> A person may operate a standard remote identification unmanned aircraft only if the person operating the standard remote identification unmanned aircraft ensures that all of the following conditions are met: </a:t>
            </a:r>
            <a:endParaRPr/>
          </a:p>
          <a:p>
            <a:pPr indent="-270000" lvl="1" marL="720000" rtl="0" algn="l">
              <a:spcBef>
                <a:spcPts val="800"/>
              </a:spcBef>
              <a:spcAft>
                <a:spcPts val="0"/>
              </a:spcAft>
              <a:buSzPts val="700"/>
              <a:buChar char="🞚"/>
            </a:pPr>
            <a:r>
              <a:rPr lang="en-US" sz="1000"/>
              <a:t>(1) From takeoff to shutdown, the standard remote identification unmanned aircraft must broadcast the message elements of </a:t>
            </a:r>
            <a:r>
              <a:rPr lang="en-US" sz="1000" u="sng">
                <a:solidFill>
                  <a:schemeClr val="hlink"/>
                </a:solidFill>
                <a:hlinkClick r:id="rId4"/>
              </a:rPr>
              <a:t>§ 89.305</a:t>
            </a:r>
            <a:r>
              <a:rPr lang="en-US" sz="1000"/>
              <a:t>. </a:t>
            </a:r>
            <a:endParaRPr/>
          </a:p>
          <a:p>
            <a:pPr indent="-270000" lvl="1" marL="720000" rtl="0" algn="l">
              <a:spcBef>
                <a:spcPts val="800"/>
              </a:spcBef>
              <a:spcAft>
                <a:spcPts val="0"/>
              </a:spcAft>
              <a:buSzPts val="700"/>
              <a:buChar char="🞚"/>
            </a:pPr>
            <a:r>
              <a:rPr lang="en-US" sz="1000"/>
              <a:t>(2) The person manipulating the flight controls of the unmanned aircraft system must land the unmanned aircraft as soon as practicable if the standard remote identification unmanned aircraft is no longer broadcasting the message elements of </a:t>
            </a:r>
            <a:r>
              <a:rPr lang="en-US" sz="1000" u="sng">
                <a:solidFill>
                  <a:schemeClr val="hlink"/>
                </a:solidFill>
                <a:hlinkClick r:id="rId5"/>
              </a:rPr>
              <a:t>§ 89.305</a:t>
            </a:r>
            <a:r>
              <a:rPr lang="en-US" sz="1000"/>
              <a:t>. </a:t>
            </a:r>
            <a:endParaRPr/>
          </a:p>
          <a:p>
            <a:pPr indent="-306000" lvl="0" marL="342900" rtl="0" algn="l">
              <a:spcBef>
                <a:spcPts val="840"/>
              </a:spcBef>
              <a:spcAft>
                <a:spcPts val="0"/>
              </a:spcAft>
              <a:buSzPts val="840"/>
              <a:buChar char="◈"/>
            </a:pPr>
            <a:r>
              <a:rPr lang="en-US" sz="1200"/>
              <a:t>(b) </a:t>
            </a:r>
            <a:r>
              <a:rPr b="1" i="1" lang="en-US" sz="1200"/>
              <a:t>Standard remote identification unmanned aircraft requirements.</a:t>
            </a:r>
            <a:r>
              <a:rPr lang="en-US" sz="1200"/>
              <a:t> A person may operate a standard remote identification unmanned aircraft only if the unmanned aircraft meets all of the following requirements: </a:t>
            </a:r>
            <a:endParaRPr/>
          </a:p>
          <a:p>
            <a:pPr indent="-270000" lvl="1" marL="720000" rtl="0" algn="l">
              <a:spcBef>
                <a:spcPts val="800"/>
              </a:spcBef>
              <a:spcAft>
                <a:spcPts val="0"/>
              </a:spcAft>
              <a:buSzPts val="700"/>
              <a:buChar char="🞚"/>
            </a:pPr>
            <a:r>
              <a:rPr lang="en-US" sz="1000"/>
              <a:t>(1) Its serial number is listed on an FAA-accepted declaration of compliance, or the standard remote identification unmanned aircraft is covered by a design approval or production approval issued under </a:t>
            </a:r>
            <a:r>
              <a:rPr lang="en-US" sz="1000" u="sng">
                <a:solidFill>
                  <a:schemeClr val="hlink"/>
                </a:solidFill>
                <a:hlinkClick r:id="rId6"/>
              </a:rPr>
              <a:t>part 21 of this chapter</a:t>
            </a:r>
            <a:r>
              <a:rPr lang="en-US" sz="1000"/>
              <a:t> and meets the requirements of </a:t>
            </a:r>
            <a:r>
              <a:rPr lang="en-US" sz="1000" u="sng">
                <a:solidFill>
                  <a:schemeClr val="hlink"/>
                </a:solidFill>
                <a:hlinkClick r:id="rId7"/>
              </a:rPr>
              <a:t>subpart F of this part</a:t>
            </a:r>
            <a:r>
              <a:rPr lang="en-US" sz="1000"/>
              <a:t>. </a:t>
            </a:r>
            <a:endParaRPr/>
          </a:p>
          <a:p>
            <a:pPr indent="-270000" lvl="1" marL="720000" rtl="0" algn="l">
              <a:spcBef>
                <a:spcPts val="800"/>
              </a:spcBef>
              <a:spcAft>
                <a:spcPts val="0"/>
              </a:spcAft>
              <a:buSzPts val="700"/>
              <a:buChar char="🞚"/>
            </a:pPr>
            <a:r>
              <a:rPr lang="en-US" sz="1000"/>
              <a:t>(2) Its remote identification equipment is functional and complies with the requirements of this part from takeoff to shutdown. </a:t>
            </a:r>
            <a:endParaRPr/>
          </a:p>
          <a:p>
            <a:pPr indent="-270000" lvl="1" marL="720000" rtl="0" algn="l">
              <a:spcBef>
                <a:spcPts val="800"/>
              </a:spcBef>
              <a:spcAft>
                <a:spcPts val="0"/>
              </a:spcAft>
              <a:buSzPts val="700"/>
              <a:buChar char="🞚"/>
            </a:pPr>
            <a:r>
              <a:rPr lang="en-US" sz="1000"/>
              <a:t>(3) Its remote identification equipment and functionality have not been disabled. </a:t>
            </a:r>
            <a:endParaRPr/>
          </a:p>
          <a:p>
            <a:pPr indent="-270000" lvl="1" marL="720000" rtl="0" algn="l">
              <a:spcBef>
                <a:spcPts val="800"/>
              </a:spcBef>
              <a:spcAft>
                <a:spcPts val="0"/>
              </a:spcAft>
              <a:buSzPts val="700"/>
              <a:buChar char="🞚"/>
            </a:pPr>
            <a:r>
              <a:rPr lang="en-US" sz="1000"/>
              <a:t>(4) The Certificate of Aircraft Registration of the unmanned aircraft used in the operation must include the serial number of the unmanned aircraft, as per applicable requirements of </a:t>
            </a:r>
            <a:r>
              <a:rPr lang="en-US" sz="1000" u="sng">
                <a:solidFill>
                  <a:schemeClr val="hlink"/>
                </a:solidFill>
                <a:hlinkClick r:id="rId8"/>
              </a:rPr>
              <a:t>parts 47</a:t>
            </a:r>
            <a:r>
              <a:rPr lang="en-US" sz="1000"/>
              <a:t> and </a:t>
            </a:r>
            <a:r>
              <a:rPr lang="en-US" sz="1000" u="sng">
                <a:solidFill>
                  <a:schemeClr val="hlink"/>
                </a:solidFill>
                <a:hlinkClick r:id="rId9"/>
              </a:rPr>
              <a:t>48 of this chapter</a:t>
            </a:r>
            <a:r>
              <a:rPr lang="en-US" sz="1000"/>
              <a:t>, or the serial number of the unmanned aircraft must be provided to the FAA in a notice of identification pursuant to </a:t>
            </a:r>
            <a:r>
              <a:rPr lang="en-US" sz="1000" u="sng">
                <a:solidFill>
                  <a:schemeClr val="hlink"/>
                </a:solidFill>
                <a:hlinkClick r:id="rId10"/>
              </a:rPr>
              <a:t>§ 89.130</a:t>
            </a:r>
            <a:r>
              <a:rPr lang="en-US" sz="1000"/>
              <a:t> prior to the operation.</a:t>
            </a:r>
            <a:endParaRPr/>
          </a:p>
          <a:p>
            <a:pPr indent="-252660" lvl="0" marL="342900" rtl="0" algn="l">
              <a:spcBef>
                <a:spcPts val="840"/>
              </a:spcBef>
              <a:spcAft>
                <a:spcPts val="0"/>
              </a:spcAft>
              <a:buSzPts val="840"/>
              <a:buNone/>
            </a:pPr>
            <a:r>
              <a:t/>
            </a:r>
            <a:endParaRPr sz="12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pic>
        <p:nvPicPr>
          <p:cNvPr descr="Sky Remote ID Module" id="461" name="Google Shape;461;p58"/>
          <p:cNvPicPr preferRelativeResize="0"/>
          <p:nvPr/>
        </p:nvPicPr>
        <p:blipFill rotWithShape="1">
          <a:blip r:embed="rId3">
            <a:alphaModFix/>
          </a:blip>
          <a:srcRect b="0" l="6608" r="4504" t="0"/>
          <a:stretch/>
        </p:blipFill>
        <p:spPr>
          <a:xfrm>
            <a:off x="-8622" y="10"/>
            <a:ext cx="6096000" cy="6857990"/>
          </a:xfrm>
          <a:prstGeom prst="rect">
            <a:avLst/>
          </a:prstGeom>
          <a:noFill/>
          <a:ln>
            <a:noFill/>
          </a:ln>
        </p:spPr>
      </p:pic>
      <p:pic>
        <p:nvPicPr>
          <p:cNvPr id="462" name="Google Shape;462;p58"/>
          <p:cNvPicPr preferRelativeResize="0"/>
          <p:nvPr/>
        </p:nvPicPr>
        <p:blipFill rotWithShape="1">
          <a:blip r:embed="rId4">
            <a:alphaModFix/>
          </a:blip>
          <a:srcRect b="1446" l="0" r="2807" t="964"/>
          <a:stretch/>
        </p:blipFill>
        <p:spPr>
          <a:xfrm>
            <a:off x="6257026" y="1"/>
            <a:ext cx="5934973" cy="6858000"/>
          </a:xfrm>
          <a:prstGeom prst="rect">
            <a:avLst/>
          </a:prstGeom>
          <a:noFill/>
          <a:ln>
            <a:noFill/>
          </a:ln>
        </p:spPr>
      </p:pic>
      <p:sp>
        <p:nvSpPr>
          <p:cNvPr id="463" name="Google Shape;463;p58"/>
          <p:cNvSpPr txBox="1"/>
          <p:nvPr>
            <p:ph type="title"/>
          </p:nvPr>
        </p:nvSpPr>
        <p:spPr>
          <a:xfrm>
            <a:off x="6900493" y="609600"/>
            <a:ext cx="4538124" cy="970450"/>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2"/>
              </a:buClr>
              <a:buSzPts val="3200"/>
              <a:buFont typeface="Lustria"/>
              <a:buNone/>
            </a:pPr>
            <a:r>
              <a:rPr lang="en-US" sz="3200"/>
              <a:t>Standard Remote ID-(Cliff Notes)</a:t>
            </a:r>
            <a:endParaRPr/>
          </a:p>
        </p:txBody>
      </p:sp>
      <p:sp>
        <p:nvSpPr>
          <p:cNvPr id="464" name="Google Shape;464;p58"/>
          <p:cNvSpPr txBox="1"/>
          <p:nvPr>
            <p:ph idx="1" type="body"/>
          </p:nvPr>
        </p:nvSpPr>
        <p:spPr>
          <a:xfrm>
            <a:off x="6900493" y="1732449"/>
            <a:ext cx="4403596"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260"/>
              <a:buChar char="◈"/>
            </a:pPr>
            <a:r>
              <a:rPr lang="en-US" sz="1800"/>
              <a:t>It needs to be on for the whole flight.</a:t>
            </a:r>
            <a:endParaRPr/>
          </a:p>
          <a:p>
            <a:pPr indent="-306000" lvl="0" marL="342900" rtl="0" algn="l">
              <a:spcBef>
                <a:spcPts val="960"/>
              </a:spcBef>
              <a:spcAft>
                <a:spcPts val="0"/>
              </a:spcAft>
              <a:buSzPts val="1260"/>
              <a:buChar char="◈"/>
            </a:pPr>
            <a:r>
              <a:rPr lang="en-US" sz="1800"/>
              <a:t>It needs to transmit what the FAA says it need to transmit.</a:t>
            </a:r>
            <a:endParaRPr/>
          </a:p>
          <a:p>
            <a:pPr indent="-306000" lvl="0" marL="342900" rtl="0" algn="l">
              <a:spcBef>
                <a:spcPts val="960"/>
              </a:spcBef>
              <a:spcAft>
                <a:spcPts val="0"/>
              </a:spcAft>
              <a:buSzPts val="1260"/>
              <a:buChar char="◈"/>
            </a:pPr>
            <a:r>
              <a:rPr lang="en-US" sz="1800"/>
              <a:t>If it stops working, you must land right away. </a:t>
            </a:r>
            <a:endParaRPr/>
          </a:p>
          <a:p>
            <a:pPr indent="-306000" lvl="0" marL="342900" rtl="0" algn="l">
              <a:spcBef>
                <a:spcPts val="960"/>
              </a:spcBef>
              <a:spcAft>
                <a:spcPts val="0"/>
              </a:spcAft>
              <a:buSzPts val="1260"/>
              <a:buChar char="◈"/>
            </a:pPr>
            <a:r>
              <a:rPr lang="en-US" sz="1800"/>
              <a:t>You must buy a drone that has this already in it. (The manufacturer has done all the stuff the FAA wants to make it compliant)</a:t>
            </a:r>
            <a:endParaRPr/>
          </a:p>
          <a:p>
            <a:pPr indent="-306000" lvl="0" marL="342900" rtl="0" algn="l">
              <a:spcBef>
                <a:spcPts val="960"/>
              </a:spcBef>
              <a:spcAft>
                <a:spcPts val="0"/>
              </a:spcAft>
              <a:buSzPts val="1260"/>
              <a:buChar char="◈"/>
            </a:pPr>
            <a:r>
              <a:rPr lang="en-US" sz="1800"/>
              <a:t>You can’t tamper with it.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59"/>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Alternate Remote ID-(The Regs)</a:t>
            </a:r>
            <a:endParaRPr/>
          </a:p>
        </p:txBody>
      </p:sp>
      <p:sp>
        <p:nvSpPr>
          <p:cNvPr id="470" name="Google Shape;470;p59"/>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lnSpcReduction="10000"/>
          </a:bodyPr>
          <a:lstStyle/>
          <a:p>
            <a:pPr indent="-306000" lvl="0" marL="342900" rtl="0" algn="l">
              <a:spcBef>
                <a:spcPts val="0"/>
              </a:spcBef>
              <a:spcAft>
                <a:spcPts val="0"/>
              </a:spcAft>
              <a:buSzPts val="840"/>
              <a:buChar char="◈"/>
            </a:pPr>
            <a:r>
              <a:rPr b="1" lang="en-US" sz="1200"/>
              <a:t>89.110 Operation of standard remote identification unmanned aircraft.</a:t>
            </a:r>
            <a:endParaRPr/>
          </a:p>
          <a:p>
            <a:pPr indent="-306000" lvl="0" marL="342900" rtl="0" algn="l">
              <a:spcBef>
                <a:spcPts val="840"/>
              </a:spcBef>
              <a:spcAft>
                <a:spcPts val="0"/>
              </a:spcAft>
              <a:buSzPts val="840"/>
              <a:buChar char="◈"/>
            </a:pPr>
            <a:r>
              <a:rPr lang="en-US" sz="1200"/>
              <a:t>Unless otherwise authorized by the Administrator, a person may comply with the remote identification requirement of </a:t>
            </a:r>
            <a:r>
              <a:rPr lang="en-US" sz="1200" u="sng">
                <a:solidFill>
                  <a:schemeClr val="hlink"/>
                </a:solidFill>
                <a:hlinkClick r:id="rId3"/>
              </a:rPr>
              <a:t>§ 89.105</a:t>
            </a:r>
            <a:r>
              <a:rPr lang="en-US" sz="1200"/>
              <a:t> by operating a standard remote identification unmanned aircraft under the following conditions: </a:t>
            </a:r>
            <a:endParaRPr/>
          </a:p>
          <a:p>
            <a:pPr indent="-306000" lvl="0" marL="342900" rtl="0" algn="l">
              <a:spcBef>
                <a:spcPts val="840"/>
              </a:spcBef>
              <a:spcAft>
                <a:spcPts val="0"/>
              </a:spcAft>
              <a:buSzPts val="840"/>
              <a:buChar char="◈"/>
            </a:pPr>
            <a:r>
              <a:rPr lang="en-US" sz="1200"/>
              <a:t>(a) </a:t>
            </a:r>
            <a:r>
              <a:rPr b="1" i="1" lang="en-US" sz="1200"/>
              <a:t>Operational requirements.</a:t>
            </a:r>
            <a:r>
              <a:rPr lang="en-US" sz="1200"/>
              <a:t> A person may operate a standard remote identification unmanned aircraft only if the person operating the standard remote identification unmanned aircraft ensures that all of the following conditions are met: </a:t>
            </a:r>
            <a:endParaRPr/>
          </a:p>
          <a:p>
            <a:pPr indent="-270000" lvl="1" marL="720000" rtl="0" algn="l">
              <a:spcBef>
                <a:spcPts val="800"/>
              </a:spcBef>
              <a:spcAft>
                <a:spcPts val="0"/>
              </a:spcAft>
              <a:buSzPts val="700"/>
              <a:buChar char="🞚"/>
            </a:pPr>
            <a:r>
              <a:rPr lang="en-US" sz="1000"/>
              <a:t>(1) From takeoff to shutdown, the standard remote identification unmanned aircraft must broadcast the message elements of </a:t>
            </a:r>
            <a:r>
              <a:rPr lang="en-US" sz="1000" u="sng">
                <a:solidFill>
                  <a:schemeClr val="hlink"/>
                </a:solidFill>
                <a:hlinkClick r:id="rId4"/>
              </a:rPr>
              <a:t>§ 89.305</a:t>
            </a:r>
            <a:r>
              <a:rPr lang="en-US" sz="1000"/>
              <a:t>. </a:t>
            </a:r>
            <a:endParaRPr/>
          </a:p>
          <a:p>
            <a:pPr indent="-270000" lvl="1" marL="720000" rtl="0" algn="l">
              <a:spcBef>
                <a:spcPts val="800"/>
              </a:spcBef>
              <a:spcAft>
                <a:spcPts val="0"/>
              </a:spcAft>
              <a:buSzPts val="700"/>
              <a:buChar char="🞚"/>
            </a:pPr>
            <a:r>
              <a:rPr lang="en-US" sz="1000"/>
              <a:t>(2) The person manipulating the flight controls of the unmanned aircraft system must land the unmanned aircraft as soon as practicable if the standard remote identification unmanned aircraft is no longer broadcasting the message elements of </a:t>
            </a:r>
            <a:r>
              <a:rPr lang="en-US" sz="1000" u="sng">
                <a:solidFill>
                  <a:schemeClr val="hlink"/>
                </a:solidFill>
                <a:hlinkClick r:id="rId5"/>
              </a:rPr>
              <a:t>§ 89.305</a:t>
            </a:r>
            <a:r>
              <a:rPr lang="en-US" sz="1000"/>
              <a:t>. </a:t>
            </a:r>
            <a:endParaRPr/>
          </a:p>
          <a:p>
            <a:pPr indent="-306000" lvl="0" marL="342900" rtl="0" algn="l">
              <a:spcBef>
                <a:spcPts val="840"/>
              </a:spcBef>
              <a:spcAft>
                <a:spcPts val="0"/>
              </a:spcAft>
              <a:buSzPts val="840"/>
              <a:buChar char="◈"/>
            </a:pPr>
            <a:r>
              <a:rPr lang="en-US" sz="1200"/>
              <a:t>(b) </a:t>
            </a:r>
            <a:r>
              <a:rPr b="1" i="1" lang="en-US" sz="1200"/>
              <a:t>Standard remote identification unmanned aircraft requirements.</a:t>
            </a:r>
            <a:r>
              <a:rPr lang="en-US" sz="1200"/>
              <a:t> A person may operate a standard remote identification unmanned aircraft only if the unmanned aircraft meets all of the following requirements: </a:t>
            </a:r>
            <a:endParaRPr/>
          </a:p>
          <a:p>
            <a:pPr indent="-270000" lvl="1" marL="720000" rtl="0" algn="l">
              <a:spcBef>
                <a:spcPts val="800"/>
              </a:spcBef>
              <a:spcAft>
                <a:spcPts val="0"/>
              </a:spcAft>
              <a:buSzPts val="700"/>
              <a:buChar char="🞚"/>
            </a:pPr>
            <a:r>
              <a:rPr lang="en-US" sz="1000"/>
              <a:t>(1) Its serial number is listed on an FAA-accepted declaration of compliance, or the standard remote identification unmanned aircraft is covered by a design approval or production approval issued under </a:t>
            </a:r>
            <a:r>
              <a:rPr lang="en-US" sz="1000" u="sng">
                <a:solidFill>
                  <a:schemeClr val="hlink"/>
                </a:solidFill>
                <a:hlinkClick r:id="rId6"/>
              </a:rPr>
              <a:t>part 21 of this chapter</a:t>
            </a:r>
            <a:r>
              <a:rPr lang="en-US" sz="1000"/>
              <a:t> and meets the requirements of </a:t>
            </a:r>
            <a:r>
              <a:rPr lang="en-US" sz="1000" u="sng">
                <a:solidFill>
                  <a:schemeClr val="hlink"/>
                </a:solidFill>
                <a:hlinkClick r:id="rId7"/>
              </a:rPr>
              <a:t>subpart F of this part</a:t>
            </a:r>
            <a:r>
              <a:rPr lang="en-US" sz="1000"/>
              <a:t>. </a:t>
            </a:r>
            <a:endParaRPr/>
          </a:p>
          <a:p>
            <a:pPr indent="-270000" lvl="1" marL="720000" rtl="0" algn="l">
              <a:spcBef>
                <a:spcPts val="800"/>
              </a:spcBef>
              <a:spcAft>
                <a:spcPts val="0"/>
              </a:spcAft>
              <a:buSzPts val="700"/>
              <a:buChar char="🞚"/>
            </a:pPr>
            <a:r>
              <a:rPr lang="en-US" sz="1000"/>
              <a:t>(2) Its remote identification equipment is functional and complies with the requirements of this part from takeoff to shutdown. </a:t>
            </a:r>
            <a:endParaRPr/>
          </a:p>
          <a:p>
            <a:pPr indent="-270000" lvl="1" marL="720000" rtl="0" algn="l">
              <a:spcBef>
                <a:spcPts val="800"/>
              </a:spcBef>
              <a:spcAft>
                <a:spcPts val="0"/>
              </a:spcAft>
              <a:buSzPts val="700"/>
              <a:buChar char="🞚"/>
            </a:pPr>
            <a:r>
              <a:rPr lang="en-US" sz="1000"/>
              <a:t>(3) Its remote identification equipment and functionality have not been disabled. </a:t>
            </a:r>
            <a:endParaRPr/>
          </a:p>
          <a:p>
            <a:pPr indent="-270000" lvl="1" marL="720000" rtl="0" algn="l">
              <a:spcBef>
                <a:spcPts val="800"/>
              </a:spcBef>
              <a:spcAft>
                <a:spcPts val="0"/>
              </a:spcAft>
              <a:buSzPts val="700"/>
              <a:buChar char="🞚"/>
            </a:pPr>
            <a:r>
              <a:rPr lang="en-US" sz="1000"/>
              <a:t>(4) The Certificate of Aircraft Registration of the unmanned aircraft used in the operation must include the serial number of the unmanned aircraft, as per applicable requirements of </a:t>
            </a:r>
            <a:r>
              <a:rPr lang="en-US" sz="1000" u="sng">
                <a:solidFill>
                  <a:schemeClr val="hlink"/>
                </a:solidFill>
                <a:hlinkClick r:id="rId8"/>
              </a:rPr>
              <a:t>parts 47</a:t>
            </a:r>
            <a:r>
              <a:rPr lang="en-US" sz="1000"/>
              <a:t> and </a:t>
            </a:r>
            <a:r>
              <a:rPr lang="en-US" sz="1000" u="sng">
                <a:solidFill>
                  <a:schemeClr val="hlink"/>
                </a:solidFill>
                <a:hlinkClick r:id="rId9"/>
              </a:rPr>
              <a:t>48 of this chapter</a:t>
            </a:r>
            <a:r>
              <a:rPr lang="en-US" sz="1000"/>
              <a:t>, or the serial number of the unmanned aircraft must be provided to the FAA in a notice of identification pursuant to </a:t>
            </a:r>
            <a:r>
              <a:rPr lang="en-US" sz="1000" u="sng">
                <a:solidFill>
                  <a:schemeClr val="hlink"/>
                </a:solidFill>
                <a:hlinkClick r:id="rId10"/>
              </a:rPr>
              <a:t>§ 89.130</a:t>
            </a:r>
            <a:r>
              <a:rPr lang="en-US" sz="1000"/>
              <a:t> prior to the operation.</a:t>
            </a:r>
            <a:endParaRPr/>
          </a:p>
          <a:p>
            <a:pPr indent="-252660" lvl="0" marL="342900" rtl="0" algn="l">
              <a:spcBef>
                <a:spcPts val="840"/>
              </a:spcBef>
              <a:spcAft>
                <a:spcPts val="0"/>
              </a:spcAft>
              <a:buSzPts val="840"/>
              <a:buNone/>
            </a:pPr>
            <a:r>
              <a:t/>
            </a:r>
            <a:endParaRPr sz="12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60"/>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Alternate Remote ID-(Cliff Notes)</a:t>
            </a:r>
            <a:endParaRPr/>
          </a:p>
        </p:txBody>
      </p:sp>
      <p:sp>
        <p:nvSpPr>
          <p:cNvPr id="476" name="Google Shape;476;p60"/>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You buy an aftermarket remote ID module</a:t>
            </a:r>
            <a:endParaRPr/>
          </a:p>
          <a:p>
            <a:pPr indent="-306000" lvl="0" marL="342900" rtl="0" algn="l">
              <a:spcBef>
                <a:spcPts val="1000"/>
              </a:spcBef>
              <a:spcAft>
                <a:spcPts val="0"/>
              </a:spcAft>
              <a:buSzPts val="1400"/>
              <a:buChar char="◈"/>
            </a:pPr>
            <a:r>
              <a:rPr lang="en-US"/>
              <a:t>It is working and you don’t tamper with it.</a:t>
            </a:r>
            <a:endParaRPr/>
          </a:p>
          <a:p>
            <a:pPr indent="-306000" lvl="0" marL="342900" rtl="0" algn="l">
              <a:spcBef>
                <a:spcPts val="1000"/>
              </a:spcBef>
              <a:spcAft>
                <a:spcPts val="0"/>
              </a:spcAft>
              <a:buSzPts val="1400"/>
              <a:buChar char="◈"/>
            </a:pPr>
            <a:r>
              <a:rPr lang="en-US"/>
              <a:t>If it stops working you land right away.</a:t>
            </a:r>
            <a:endParaRPr/>
          </a:p>
          <a:p>
            <a:pPr indent="-306000" lvl="0" marL="342900" rtl="0" algn="l">
              <a:spcBef>
                <a:spcPts val="1000"/>
              </a:spcBef>
              <a:spcAft>
                <a:spcPts val="0"/>
              </a:spcAft>
              <a:buSzPts val="1400"/>
              <a:buChar char="◈"/>
            </a:pPr>
            <a:r>
              <a:rPr lang="en-US"/>
              <a:t>It has to do all the things the FAA wants it to do.</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61"/>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LAANC (UAS Data Exchange)</a:t>
            </a:r>
            <a:endParaRPr/>
          </a:p>
        </p:txBody>
      </p:sp>
      <p:sp>
        <p:nvSpPr>
          <p:cNvPr id="482" name="Google Shape;482;p61"/>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0" lvl="0" marL="36900" rtl="0" algn="ctr">
              <a:spcBef>
                <a:spcPts val="0"/>
              </a:spcBef>
              <a:spcAft>
                <a:spcPts val="0"/>
              </a:spcAft>
              <a:buSzPts val="1400"/>
              <a:buNone/>
            </a:pPr>
            <a:r>
              <a:rPr lang="en-US"/>
              <a:t>Low Altitude Authorization and Notification Capability</a:t>
            </a:r>
            <a:endParaRPr/>
          </a:p>
          <a:p>
            <a:pPr indent="0" lvl="0" marL="36900" rtl="0" algn="l">
              <a:spcBef>
                <a:spcPts val="1000"/>
              </a:spcBef>
              <a:spcAft>
                <a:spcPts val="0"/>
              </a:spcAft>
              <a:buSzPts val="1400"/>
              <a:buNone/>
            </a:pPr>
            <a:r>
              <a:rPr lang="en-US"/>
              <a:t>LAANC provides:</a:t>
            </a:r>
            <a:endParaRPr/>
          </a:p>
          <a:p>
            <a:pPr indent="-217100" lvl="0" marL="342900" rtl="0" algn="l">
              <a:spcBef>
                <a:spcPts val="1000"/>
              </a:spcBef>
              <a:spcAft>
                <a:spcPts val="0"/>
              </a:spcAft>
              <a:buSzPts val="1400"/>
              <a:buNone/>
            </a:pPr>
            <a:r>
              <a:t/>
            </a:r>
            <a:endParaRPr/>
          </a:p>
          <a:p>
            <a:pPr indent="-306000" lvl="0" marL="342900" rtl="0" algn="l">
              <a:spcBef>
                <a:spcPts val="1000"/>
              </a:spcBef>
              <a:spcAft>
                <a:spcPts val="0"/>
              </a:spcAft>
              <a:buSzPts val="1400"/>
              <a:buChar char="◈"/>
            </a:pPr>
            <a:r>
              <a:rPr lang="en-US"/>
              <a:t>Drone pilots with access to controlled airspace at or below 400 feet.</a:t>
            </a:r>
            <a:endParaRPr/>
          </a:p>
          <a:p>
            <a:pPr indent="-306000" lvl="0" marL="342900" rtl="0" algn="l">
              <a:spcBef>
                <a:spcPts val="1000"/>
              </a:spcBef>
              <a:spcAft>
                <a:spcPts val="0"/>
              </a:spcAft>
              <a:buSzPts val="1400"/>
              <a:buChar char="◈"/>
            </a:pPr>
            <a:r>
              <a:rPr lang="en-US"/>
              <a:t>Awareness of where pilots can and cannot fly.</a:t>
            </a:r>
            <a:endParaRPr/>
          </a:p>
          <a:p>
            <a:pPr indent="-306000" lvl="0" marL="342900" rtl="0" algn="l">
              <a:spcBef>
                <a:spcPts val="1000"/>
              </a:spcBef>
              <a:spcAft>
                <a:spcPts val="0"/>
              </a:spcAft>
              <a:buSzPts val="1400"/>
              <a:buChar char="◈"/>
            </a:pPr>
            <a:r>
              <a:rPr lang="en-US"/>
              <a:t>Temporary Flight Restrictions (TFR) information and updates to the Special Use Airspace (SUA) schedule.</a:t>
            </a:r>
            <a:endParaRPr/>
          </a:p>
          <a:p>
            <a:pPr indent="-306000" lvl="0" marL="342900" rtl="0" algn="l">
              <a:spcBef>
                <a:spcPts val="1000"/>
              </a:spcBef>
              <a:spcAft>
                <a:spcPts val="0"/>
              </a:spcAft>
              <a:buSzPts val="1400"/>
              <a:buChar char="◈"/>
            </a:pPr>
            <a:r>
              <a:rPr lang="en-US"/>
              <a:t>Air Traffic Professionals with visibility into where and when drones will operate.</a:t>
            </a:r>
            <a:endParaRPr/>
          </a:p>
        </p:txBody>
      </p:sp>
      <p:pic>
        <p:nvPicPr>
          <p:cNvPr descr="LAANC Connected" id="483" name="Google Shape;483;p61"/>
          <p:cNvPicPr preferRelativeResize="0"/>
          <p:nvPr/>
        </p:nvPicPr>
        <p:blipFill rotWithShape="1">
          <a:blip r:embed="rId3">
            <a:alphaModFix/>
          </a:blip>
          <a:srcRect b="0" l="0" r="0" t="0"/>
          <a:stretch/>
        </p:blipFill>
        <p:spPr>
          <a:xfrm>
            <a:off x="9792774" y="260127"/>
            <a:ext cx="1905000" cy="21907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62"/>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LAANC (UAS Data Exchange)</a:t>
            </a:r>
            <a:endParaRPr/>
          </a:p>
        </p:txBody>
      </p:sp>
      <p:sp>
        <p:nvSpPr>
          <p:cNvPr id="489" name="Google Shape;489;p62"/>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0" lvl="0" marL="36900" rtl="0" algn="l">
              <a:spcBef>
                <a:spcPts val="0"/>
              </a:spcBef>
              <a:spcAft>
                <a:spcPts val="0"/>
              </a:spcAft>
              <a:buSzPts val="1400"/>
              <a:buNone/>
            </a:pPr>
            <a:r>
              <a:rPr lang="en-US"/>
              <a:t>Summary of LAANC</a:t>
            </a:r>
            <a:endParaRPr/>
          </a:p>
          <a:p>
            <a:pPr indent="-306000" lvl="0" marL="342900" rtl="0" algn="l">
              <a:spcBef>
                <a:spcPts val="1000"/>
              </a:spcBef>
              <a:spcAft>
                <a:spcPts val="0"/>
              </a:spcAft>
              <a:buSzPts val="1400"/>
              <a:buChar char="◈"/>
            </a:pPr>
            <a:r>
              <a:rPr lang="en-US"/>
              <a:t>You need an app that has LAANC service</a:t>
            </a:r>
            <a:endParaRPr/>
          </a:p>
          <a:p>
            <a:pPr indent="-306000" lvl="0" marL="342900" rtl="0" algn="l">
              <a:spcBef>
                <a:spcPts val="1000"/>
              </a:spcBef>
              <a:spcAft>
                <a:spcPts val="0"/>
              </a:spcAft>
              <a:buSzPts val="1400"/>
              <a:buChar char="◈"/>
            </a:pPr>
            <a:r>
              <a:rPr lang="en-US"/>
              <a:t>This is only used to get permission to fly in controlled airspace</a:t>
            </a:r>
            <a:endParaRPr/>
          </a:p>
          <a:p>
            <a:pPr indent="-306000" lvl="0" marL="342900" rtl="0" algn="l">
              <a:spcBef>
                <a:spcPts val="1000"/>
              </a:spcBef>
              <a:spcAft>
                <a:spcPts val="0"/>
              </a:spcAft>
              <a:buSzPts val="1400"/>
              <a:buChar char="◈"/>
            </a:pPr>
            <a:r>
              <a:rPr lang="en-US"/>
              <a:t>You still must follow all other Part 107 rules</a:t>
            </a:r>
            <a:endParaRPr/>
          </a:p>
          <a:p>
            <a:pPr indent="-306000" lvl="0" marL="342900" rtl="0" algn="l">
              <a:spcBef>
                <a:spcPts val="1000"/>
              </a:spcBef>
              <a:spcAft>
                <a:spcPts val="0"/>
              </a:spcAft>
              <a:buSzPts val="1400"/>
              <a:buChar char="◈"/>
            </a:pPr>
            <a:r>
              <a:rPr lang="en-US"/>
              <a:t>If you need to break a part 107 rule, you need to file for a waiver (LAANC does not allow for you to break any part 107 rules)</a:t>
            </a:r>
            <a:endParaRPr/>
          </a:p>
        </p:txBody>
      </p:sp>
      <p:pic>
        <p:nvPicPr>
          <p:cNvPr descr="LAANC Connected" id="490" name="Google Shape;490;p62"/>
          <p:cNvPicPr preferRelativeResize="0"/>
          <p:nvPr/>
        </p:nvPicPr>
        <p:blipFill rotWithShape="1">
          <a:blip r:embed="rId3">
            <a:alphaModFix/>
          </a:blip>
          <a:srcRect b="0" l="0" r="0" t="0"/>
          <a:stretch/>
        </p:blipFill>
        <p:spPr>
          <a:xfrm>
            <a:off x="9792774" y="260127"/>
            <a:ext cx="1905000" cy="21907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pic>
        <p:nvPicPr>
          <p:cNvPr id="495" name="Google Shape;495;p63"/>
          <p:cNvPicPr preferRelativeResize="0"/>
          <p:nvPr/>
        </p:nvPicPr>
        <p:blipFill rotWithShape="1">
          <a:blip r:embed="rId3">
            <a:alphaModFix/>
          </a:blip>
          <a:srcRect b="5236" l="17067" r="58061" t="8505"/>
          <a:stretch/>
        </p:blipFill>
        <p:spPr>
          <a:xfrm>
            <a:off x="5284965" y="1"/>
            <a:ext cx="6964610" cy="6793174"/>
          </a:xfrm>
          <a:prstGeom prst="rect">
            <a:avLst/>
          </a:prstGeom>
          <a:noFill/>
          <a:ln>
            <a:noFill/>
          </a:ln>
        </p:spPr>
      </p:pic>
      <p:sp>
        <p:nvSpPr>
          <p:cNvPr id="496" name="Google Shape;496;p63"/>
          <p:cNvSpPr txBox="1"/>
          <p:nvPr/>
        </p:nvSpPr>
        <p:spPr>
          <a:xfrm>
            <a:off x="256259" y="64826"/>
            <a:ext cx="47596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Lustria"/>
                <a:ea typeface="Lustria"/>
                <a:cs typeface="Lustria"/>
                <a:sym typeface="Lustria"/>
              </a:rPr>
              <a:t>Companies Providing Public LAANC Services</a:t>
            </a:r>
            <a:endParaRPr/>
          </a:p>
        </p:txBody>
      </p:sp>
      <p:sp>
        <p:nvSpPr>
          <p:cNvPr id="497" name="Google Shape;497;p63"/>
          <p:cNvSpPr txBox="1"/>
          <p:nvPr/>
        </p:nvSpPr>
        <p:spPr>
          <a:xfrm>
            <a:off x="198499" y="5933850"/>
            <a:ext cx="51699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chemeClr val="lt1"/>
                </a:solidFill>
                <a:latin typeface="Lustria"/>
                <a:ea typeface="Lustria"/>
                <a:cs typeface="Lustria"/>
                <a:sym typeface="Lustria"/>
                <a:hlinkClick r:id="rId4">
                  <a:extLst>
                    <a:ext uri="{A12FA001-AC4F-418D-AE19-62706E023703}">
                      <ahyp:hlinkClr val="tx"/>
                    </a:ext>
                  </a:extLst>
                </a:hlinkClick>
              </a:rPr>
              <a:t>https://www.faa.gov/uas/getting_started/laanc</a:t>
            </a:r>
            <a:endParaRPr sz="1800">
              <a:solidFill>
                <a:schemeClr val="lt1"/>
              </a:solidFill>
              <a:latin typeface="Lustria"/>
              <a:ea typeface="Lustria"/>
              <a:cs typeface="Lustria"/>
              <a:sym typeface="Lustria"/>
            </a:endParaRPr>
          </a:p>
          <a:p>
            <a:pPr indent="0" lvl="0" marL="0" marR="0" rtl="0" algn="l">
              <a:spcBef>
                <a:spcPts val="0"/>
              </a:spcBef>
              <a:spcAft>
                <a:spcPts val="0"/>
              </a:spcAft>
              <a:buNone/>
            </a:pPr>
            <a:r>
              <a:t/>
            </a:r>
            <a:endParaRPr sz="1800">
              <a:solidFill>
                <a:schemeClr val="lt1"/>
              </a:solidFill>
              <a:latin typeface="Lustria"/>
              <a:ea typeface="Lustria"/>
              <a:cs typeface="Lustria"/>
              <a:sym typeface="Lustria"/>
            </a:endParaRPr>
          </a:p>
        </p:txBody>
      </p:sp>
      <p:pic>
        <p:nvPicPr>
          <p:cNvPr descr="LAANC Connected" id="498" name="Google Shape;498;p63"/>
          <p:cNvPicPr preferRelativeResize="0"/>
          <p:nvPr/>
        </p:nvPicPr>
        <p:blipFill rotWithShape="1">
          <a:blip r:embed="rId5">
            <a:alphaModFix/>
          </a:blip>
          <a:srcRect b="0" l="0" r="0" t="0"/>
          <a:stretch/>
        </p:blipFill>
        <p:spPr>
          <a:xfrm>
            <a:off x="1602807" y="2137072"/>
            <a:ext cx="1905000" cy="21907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64"/>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How to submit a Waiver</a:t>
            </a:r>
            <a:endParaRPr/>
          </a:p>
        </p:txBody>
      </p:sp>
      <p:sp>
        <p:nvSpPr>
          <p:cNvPr id="504" name="Google Shape;504;p64"/>
          <p:cNvSpPr txBox="1"/>
          <p:nvPr/>
        </p:nvSpPr>
        <p:spPr>
          <a:xfrm>
            <a:off x="1469875" y="2142843"/>
            <a:ext cx="9935700" cy="397110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Lustria"/>
              <a:buAutoNum type="arabicPeriod"/>
            </a:pPr>
            <a:r>
              <a:rPr lang="en-US" sz="1800">
                <a:solidFill>
                  <a:schemeClr val="dk1"/>
                </a:solidFill>
                <a:latin typeface="Lustria"/>
                <a:ea typeface="Lustria"/>
                <a:cs typeface="Lustria"/>
                <a:sym typeface="Lustria"/>
              </a:rPr>
              <a:t>Set up an account with the FAADroneZone </a:t>
            </a:r>
            <a:r>
              <a:rPr lang="en-US" sz="1800" u="sng">
                <a:solidFill>
                  <a:schemeClr val="dk1"/>
                </a:solidFill>
                <a:latin typeface="Lustria"/>
                <a:ea typeface="Lustria"/>
                <a:cs typeface="Lustria"/>
                <a:sym typeface="Lustria"/>
                <a:hlinkClick r:id="rId3">
                  <a:extLst>
                    <a:ext uri="{A12FA001-AC4F-418D-AE19-62706E023703}">
                      <ahyp:hlinkClr val="tx"/>
                    </a:ext>
                  </a:extLst>
                </a:hlinkClick>
              </a:rPr>
              <a:t>https://faadronezone-access.faa.gov/#/</a:t>
            </a:r>
            <a:endParaRPr sz="1800">
              <a:solidFill>
                <a:schemeClr val="dk1"/>
              </a:solidFill>
              <a:latin typeface="Lustria"/>
              <a:ea typeface="Lustria"/>
              <a:cs typeface="Lustria"/>
              <a:sym typeface="Lustria"/>
            </a:endParaRPr>
          </a:p>
          <a:p>
            <a:pPr indent="-342900" lvl="0" marL="342900" marR="0" rtl="0" algn="l">
              <a:spcBef>
                <a:spcPts val="0"/>
              </a:spcBef>
              <a:spcAft>
                <a:spcPts val="0"/>
              </a:spcAft>
              <a:buClr>
                <a:schemeClr val="dk1"/>
              </a:buClr>
              <a:buSzPts val="1800"/>
              <a:buFont typeface="Lustria"/>
              <a:buAutoNum type="arabicPeriod"/>
            </a:pPr>
            <a:r>
              <a:rPr lang="en-US" sz="1800">
                <a:solidFill>
                  <a:schemeClr val="dk1"/>
                </a:solidFill>
                <a:latin typeface="Lustria"/>
                <a:ea typeface="Lustria"/>
                <a:cs typeface="Lustria"/>
                <a:sym typeface="Lustria"/>
              </a:rPr>
              <a:t>Determine what you need that is restricted under part 107</a:t>
            </a:r>
            <a:endParaRPr>
              <a:solidFill>
                <a:schemeClr val="dk1"/>
              </a:solidFill>
            </a:endParaRPr>
          </a:p>
          <a:p>
            <a:pPr indent="-342900" lvl="0" marL="342900" marR="0" rtl="0" algn="l">
              <a:spcBef>
                <a:spcPts val="0"/>
              </a:spcBef>
              <a:spcAft>
                <a:spcPts val="0"/>
              </a:spcAft>
              <a:buClr>
                <a:schemeClr val="dk1"/>
              </a:buClr>
              <a:buSzPts val="1800"/>
              <a:buFont typeface="Lustria"/>
              <a:buAutoNum type="arabicPeriod"/>
            </a:pPr>
            <a:r>
              <a:rPr lang="en-US" sz="1800">
                <a:solidFill>
                  <a:schemeClr val="dk1"/>
                </a:solidFill>
                <a:latin typeface="Lustria"/>
                <a:ea typeface="Lustria"/>
                <a:cs typeface="Lustria"/>
                <a:sym typeface="Lustria"/>
              </a:rPr>
              <a:t>Be ready to describe:	</a:t>
            </a:r>
            <a:endParaRPr>
              <a:solidFill>
                <a:schemeClr val="dk1"/>
              </a:solidFill>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	Operation Details</a:t>
            </a:r>
            <a:endParaRPr>
              <a:solidFill>
                <a:schemeClr val="dk1"/>
              </a:solidFill>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	sUAS Details</a:t>
            </a:r>
            <a:endParaRPr>
              <a:solidFill>
                <a:schemeClr val="dk1"/>
              </a:solidFill>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	Pilot/personnel Details</a:t>
            </a:r>
            <a:endParaRPr>
              <a:solidFill>
                <a:schemeClr val="dk1"/>
              </a:solidFill>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	Describe the risks and how you will mitigate them</a:t>
            </a:r>
            <a:endParaRPr>
              <a:solidFill>
                <a:schemeClr val="dk1"/>
              </a:solidFill>
            </a:endParaRPr>
          </a:p>
          <a:p>
            <a:pPr indent="-342900" lvl="0" marL="342900" marR="0" rtl="0" algn="l">
              <a:spcBef>
                <a:spcPts val="0"/>
              </a:spcBef>
              <a:spcAft>
                <a:spcPts val="0"/>
              </a:spcAft>
              <a:buClr>
                <a:schemeClr val="dk1"/>
              </a:buClr>
              <a:buSzPts val="1800"/>
              <a:buFont typeface="Lustria"/>
              <a:buAutoNum type="arabicPeriod"/>
            </a:pPr>
            <a:r>
              <a:rPr lang="en-US" sz="1800">
                <a:solidFill>
                  <a:schemeClr val="dk1"/>
                </a:solidFill>
                <a:latin typeface="Lustria"/>
                <a:ea typeface="Lustria"/>
                <a:cs typeface="Lustria"/>
                <a:sym typeface="Lustria"/>
              </a:rPr>
              <a:t>Log into your drone zone account and submit your waiver</a:t>
            </a:r>
            <a:endParaRPr>
              <a:solidFill>
                <a:schemeClr val="dk1"/>
              </a:solidFill>
            </a:endParaRPr>
          </a:p>
          <a:p>
            <a:pPr indent="0" lvl="0" marL="0" marR="0" rtl="0" algn="l">
              <a:spcBef>
                <a:spcPts val="0"/>
              </a:spcBef>
              <a:spcAft>
                <a:spcPts val="0"/>
              </a:spcAft>
              <a:buNone/>
            </a:pPr>
            <a:r>
              <a:t/>
            </a:r>
            <a:endParaRPr sz="1800">
              <a:solidFill>
                <a:schemeClr val="dk1"/>
              </a:solidFill>
              <a:latin typeface="Lustria"/>
              <a:ea typeface="Lustria"/>
              <a:cs typeface="Lustria"/>
              <a:sym typeface="Lustria"/>
            </a:endParaRPr>
          </a:p>
          <a:p>
            <a:pPr indent="0" lvl="0" marL="0" marR="0" rtl="0" algn="l">
              <a:spcBef>
                <a:spcPts val="0"/>
              </a:spcBef>
              <a:spcAft>
                <a:spcPts val="0"/>
              </a:spcAft>
              <a:buNone/>
            </a:pPr>
            <a:r>
              <a:rPr lang="en-US" sz="1800">
                <a:solidFill>
                  <a:schemeClr val="dk1"/>
                </a:solidFill>
                <a:latin typeface="Lustria"/>
                <a:ea typeface="Lustria"/>
                <a:cs typeface="Lustria"/>
                <a:sym typeface="Lustria"/>
              </a:rPr>
              <a:t>(Click on the link below for more detailed information on how to complete and submit your waiver.)</a:t>
            </a:r>
            <a:endParaRPr>
              <a:solidFill>
                <a:schemeClr val="dk1"/>
              </a:solidFill>
            </a:endParaRPr>
          </a:p>
          <a:p>
            <a:pPr indent="0" lvl="0" marL="0" marR="0" rtl="0" algn="l">
              <a:spcBef>
                <a:spcPts val="0"/>
              </a:spcBef>
              <a:spcAft>
                <a:spcPts val="0"/>
              </a:spcAft>
              <a:buNone/>
            </a:pPr>
            <a:r>
              <a:t/>
            </a:r>
            <a:endParaRPr sz="1800">
              <a:solidFill>
                <a:schemeClr val="lt1"/>
              </a:solidFill>
              <a:latin typeface="Lustria"/>
              <a:ea typeface="Lustria"/>
              <a:cs typeface="Lustria"/>
              <a:sym typeface="Lustria"/>
            </a:endParaRPr>
          </a:p>
          <a:p>
            <a:pPr indent="0" lvl="0" marL="0" marR="0" rtl="0" algn="l">
              <a:spcBef>
                <a:spcPts val="0"/>
              </a:spcBef>
              <a:spcAft>
                <a:spcPts val="0"/>
              </a:spcAft>
              <a:buNone/>
            </a:pPr>
            <a:r>
              <a:t/>
            </a:r>
            <a:endParaRPr sz="1800">
              <a:solidFill>
                <a:schemeClr val="lt1"/>
              </a:solidFill>
              <a:latin typeface="Lustria"/>
              <a:ea typeface="Lustria"/>
              <a:cs typeface="Lustria"/>
              <a:sym typeface="Lustria"/>
            </a:endParaRPr>
          </a:p>
          <a:p>
            <a:pPr indent="0" lvl="0" marL="0" marR="0" rtl="0" algn="l">
              <a:spcBef>
                <a:spcPts val="0"/>
              </a:spcBef>
              <a:spcAft>
                <a:spcPts val="0"/>
              </a:spcAft>
              <a:buNone/>
            </a:pPr>
            <a:r>
              <a:t/>
            </a:r>
            <a:endParaRPr sz="1800">
              <a:solidFill>
                <a:schemeClr val="lt1"/>
              </a:solidFill>
              <a:latin typeface="Lustria"/>
              <a:ea typeface="Lustria"/>
              <a:cs typeface="Lustria"/>
              <a:sym typeface="Lustria"/>
            </a:endParaRPr>
          </a:p>
        </p:txBody>
      </p:sp>
      <p:sp>
        <p:nvSpPr>
          <p:cNvPr id="505" name="Google Shape;505;p64"/>
          <p:cNvSpPr txBox="1"/>
          <p:nvPr/>
        </p:nvSpPr>
        <p:spPr>
          <a:xfrm>
            <a:off x="2302673" y="6133675"/>
            <a:ext cx="77877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chemeClr val="dk1"/>
                </a:solidFill>
                <a:latin typeface="Lustria"/>
                <a:ea typeface="Lustria"/>
                <a:cs typeface="Lustria"/>
                <a:sym typeface="Lustria"/>
                <a:hlinkClick r:id="rId4">
                  <a:extLst>
                    <a:ext uri="{A12FA001-AC4F-418D-AE19-62706E023703}">
                      <ahyp:hlinkClr val="tx"/>
                    </a:ext>
                  </a:extLst>
                </a:hlinkClick>
              </a:rPr>
              <a:t>https://www.faa.gov/uas/commercial_operators/part_107_waivers</a:t>
            </a:r>
            <a:endParaRPr sz="1800">
              <a:solidFill>
                <a:schemeClr val="dk1"/>
              </a:solidFill>
              <a:latin typeface="Lustria"/>
              <a:ea typeface="Lustria"/>
              <a:cs typeface="Lustria"/>
              <a:sym typeface="Lustria"/>
            </a:endParaRPr>
          </a:p>
          <a:p>
            <a:pPr indent="0" lvl="0" marL="0" marR="0" rtl="0" algn="l">
              <a:spcBef>
                <a:spcPts val="0"/>
              </a:spcBef>
              <a:spcAft>
                <a:spcPts val="0"/>
              </a:spcAft>
              <a:buNone/>
            </a:pPr>
            <a:r>
              <a:t/>
            </a:r>
            <a:endParaRPr sz="1800">
              <a:solidFill>
                <a:schemeClr val="dk1"/>
              </a:solidFill>
              <a:latin typeface="Lustria"/>
              <a:ea typeface="Lustria"/>
              <a:cs typeface="Lustria"/>
              <a:sym typeface="Lustria"/>
            </a:endParaRPr>
          </a:p>
        </p:txBody>
      </p:sp>
      <p:sp>
        <p:nvSpPr>
          <p:cNvPr descr="File:Seal of the United States Federal Aviation ..." id="506" name="Google Shape;506;p64"/>
          <p:cNvSpPr/>
          <p:nvPr/>
        </p:nvSpPr>
        <p:spPr>
          <a:xfrm>
            <a:off x="9190014" y="-447135"/>
            <a:ext cx="104829" cy="10482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ustria"/>
              <a:ea typeface="Lustria"/>
              <a:cs typeface="Lustria"/>
              <a:sym typeface="Lustria"/>
            </a:endParaRPr>
          </a:p>
        </p:txBody>
      </p:sp>
      <p:pic>
        <p:nvPicPr>
          <p:cNvPr id="507" name="Google Shape;507;p64"/>
          <p:cNvPicPr preferRelativeResize="0"/>
          <p:nvPr/>
        </p:nvPicPr>
        <p:blipFill rotWithShape="1">
          <a:blip r:embed="rId5">
            <a:alphaModFix/>
          </a:blip>
          <a:srcRect b="0" l="0" r="0" t="0"/>
          <a:stretch/>
        </p:blipFill>
        <p:spPr>
          <a:xfrm>
            <a:off x="10034412" y="157595"/>
            <a:ext cx="1965532" cy="1965532"/>
          </a:xfrm>
          <a:prstGeom prst="rect">
            <a:avLst/>
          </a:prstGeom>
          <a:noFill/>
          <a:ln>
            <a:noFill/>
          </a:ln>
        </p:spPr>
      </p:pic>
      <p:sp>
        <p:nvSpPr>
          <p:cNvPr descr="File:Seal of the United States Federal Aviation ..." id="508" name="Google Shape;508;p64"/>
          <p:cNvSpPr/>
          <p:nvPr/>
        </p:nvSpPr>
        <p:spPr>
          <a:xfrm>
            <a:off x="-662990" y="-447135"/>
            <a:ext cx="104829" cy="10482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ustria"/>
              <a:ea typeface="Lustria"/>
              <a:cs typeface="Lustria"/>
              <a:sym typeface="Lustria"/>
            </a:endParaRPr>
          </a:p>
        </p:txBody>
      </p:sp>
      <p:pic>
        <p:nvPicPr>
          <p:cNvPr descr="FAA Logo" id="509" name="Google Shape;509;p64"/>
          <p:cNvPicPr preferRelativeResize="0"/>
          <p:nvPr/>
        </p:nvPicPr>
        <p:blipFill rotWithShape="1">
          <a:blip r:embed="rId5">
            <a:alphaModFix/>
          </a:blip>
          <a:srcRect b="0" l="0" r="0" t="0"/>
          <a:stretch/>
        </p:blipFill>
        <p:spPr>
          <a:xfrm>
            <a:off x="181408" y="157595"/>
            <a:ext cx="1965532" cy="1965532"/>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pic>
        <p:nvPicPr>
          <p:cNvPr descr="Advanced Air Mobility (AAM) | NBAA - National Business Aviation Association" id="514" name="Google Shape;514;p65"/>
          <p:cNvPicPr preferRelativeResize="0"/>
          <p:nvPr/>
        </p:nvPicPr>
        <p:blipFill rotWithShape="1">
          <a:blip r:embed="rId3">
            <a:alphaModFix/>
          </a:blip>
          <a:srcRect b="-1" l="25487" r="15845" t="0"/>
          <a:stretch/>
        </p:blipFill>
        <p:spPr>
          <a:xfrm>
            <a:off x="-8622" y="10"/>
            <a:ext cx="6096000" cy="6857990"/>
          </a:xfrm>
          <a:prstGeom prst="rect">
            <a:avLst/>
          </a:prstGeom>
          <a:noFill/>
          <a:ln>
            <a:noFill/>
          </a:ln>
        </p:spPr>
      </p:pic>
      <p:pic>
        <p:nvPicPr>
          <p:cNvPr id="515" name="Google Shape;515;p65"/>
          <p:cNvPicPr preferRelativeResize="0"/>
          <p:nvPr/>
        </p:nvPicPr>
        <p:blipFill rotWithShape="1">
          <a:blip r:embed="rId4">
            <a:alphaModFix/>
          </a:blip>
          <a:srcRect b="1446" l="0" r="2807" t="964"/>
          <a:stretch/>
        </p:blipFill>
        <p:spPr>
          <a:xfrm>
            <a:off x="6257026" y="1"/>
            <a:ext cx="5934973" cy="6858000"/>
          </a:xfrm>
          <a:prstGeom prst="rect">
            <a:avLst/>
          </a:prstGeom>
          <a:noFill/>
          <a:ln>
            <a:noFill/>
          </a:ln>
        </p:spPr>
      </p:pic>
      <p:sp>
        <p:nvSpPr>
          <p:cNvPr id="516" name="Google Shape;516;p65"/>
          <p:cNvSpPr txBox="1"/>
          <p:nvPr>
            <p:ph type="title"/>
          </p:nvPr>
        </p:nvSpPr>
        <p:spPr>
          <a:xfrm>
            <a:off x="6900493" y="609600"/>
            <a:ext cx="4538124" cy="970450"/>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p>
            <a:pPr indent="0" lvl="0" marL="0" rtl="0" algn="l">
              <a:spcBef>
                <a:spcPts val="0"/>
              </a:spcBef>
              <a:spcAft>
                <a:spcPts val="0"/>
              </a:spcAft>
              <a:buClr>
                <a:schemeClr val="lt2"/>
              </a:buClr>
              <a:buSzPts val="3200"/>
              <a:buFont typeface="Lustria"/>
              <a:buNone/>
            </a:pPr>
            <a:r>
              <a:rPr lang="en-US" sz="3200"/>
              <a:t>On the RADAR…</a:t>
            </a:r>
            <a:endParaRPr/>
          </a:p>
        </p:txBody>
      </p:sp>
      <p:sp>
        <p:nvSpPr>
          <p:cNvPr id="517" name="Google Shape;517;p65"/>
          <p:cNvSpPr txBox="1"/>
          <p:nvPr/>
        </p:nvSpPr>
        <p:spPr>
          <a:xfrm>
            <a:off x="6900493" y="1732449"/>
            <a:ext cx="4403596" cy="4058751"/>
          </a:xfrm>
          <a:prstGeom prst="rect">
            <a:avLst/>
          </a:prstGeom>
          <a:noFill/>
          <a:ln>
            <a:noFill/>
          </a:ln>
        </p:spPr>
        <p:txBody>
          <a:bodyPr anchorCtr="0" anchor="t" bIns="45700" lIns="91425" spcFirstLastPara="1" rIns="91425" wrap="square" tIns="45700">
            <a:normAutofit lnSpcReduction="20000"/>
          </a:bodyPr>
          <a:lstStyle/>
          <a:p>
            <a:pPr indent="0" lvl="0" marL="0" marR="0" rtl="0" algn="l">
              <a:lnSpc>
                <a:spcPct val="90000"/>
              </a:lnSpc>
              <a:spcBef>
                <a:spcPts val="0"/>
              </a:spcBef>
              <a:spcAft>
                <a:spcPts val="0"/>
              </a:spcAft>
              <a:buNone/>
            </a:pPr>
            <a:r>
              <a:rPr lang="en-US" sz="1500">
                <a:solidFill>
                  <a:schemeClr val="dk1"/>
                </a:solidFill>
                <a:latin typeface="Lustria"/>
                <a:ea typeface="Lustria"/>
                <a:cs typeface="Lustria"/>
                <a:sym typeface="Lustria"/>
              </a:rPr>
              <a:t>UTM- </a:t>
            </a:r>
            <a:r>
              <a:rPr b="1" lang="en-US" sz="1500">
                <a:solidFill>
                  <a:schemeClr val="dk1"/>
                </a:solidFill>
                <a:latin typeface="Lustria"/>
                <a:ea typeface="Lustria"/>
                <a:cs typeface="Lustria"/>
                <a:sym typeface="Lustria"/>
              </a:rPr>
              <a:t>U</a:t>
            </a:r>
            <a:r>
              <a:rPr lang="en-US" sz="1500">
                <a:solidFill>
                  <a:schemeClr val="dk1"/>
                </a:solidFill>
                <a:latin typeface="Lustria"/>
                <a:ea typeface="Lustria"/>
                <a:cs typeface="Lustria"/>
                <a:sym typeface="Lustria"/>
              </a:rPr>
              <a:t>nmanned Aircraft System </a:t>
            </a:r>
            <a:r>
              <a:rPr b="1" lang="en-US" sz="1500">
                <a:solidFill>
                  <a:schemeClr val="dk1"/>
                </a:solidFill>
                <a:latin typeface="Lustria"/>
                <a:ea typeface="Lustria"/>
                <a:cs typeface="Lustria"/>
                <a:sym typeface="Lustria"/>
              </a:rPr>
              <a:t>T</a:t>
            </a:r>
            <a:r>
              <a:rPr lang="en-US" sz="1500">
                <a:solidFill>
                  <a:schemeClr val="dk1"/>
                </a:solidFill>
                <a:latin typeface="Lustria"/>
                <a:ea typeface="Lustria"/>
                <a:cs typeface="Lustria"/>
                <a:sym typeface="Lustria"/>
              </a:rPr>
              <a:t>raffic </a:t>
            </a:r>
            <a:r>
              <a:rPr b="1" lang="en-US" sz="1500">
                <a:solidFill>
                  <a:schemeClr val="dk1"/>
                </a:solidFill>
                <a:latin typeface="Lustria"/>
                <a:ea typeface="Lustria"/>
                <a:cs typeface="Lustria"/>
                <a:sym typeface="Lustria"/>
              </a:rPr>
              <a:t>M</a:t>
            </a:r>
            <a:r>
              <a:rPr lang="en-US" sz="1500">
                <a:solidFill>
                  <a:schemeClr val="dk1"/>
                </a:solidFill>
                <a:latin typeface="Lustria"/>
                <a:ea typeface="Lustria"/>
                <a:cs typeface="Lustria"/>
                <a:sym typeface="Lustria"/>
              </a:rPr>
              <a:t>anagement</a:t>
            </a:r>
            <a:endParaRPr>
              <a:solidFill>
                <a:schemeClr val="dk1"/>
              </a:solidFill>
            </a:endParaRPr>
          </a:p>
          <a:p>
            <a:pPr indent="-285750" lvl="1" marL="742950" marR="0" rtl="0" algn="l">
              <a:lnSpc>
                <a:spcPct val="90000"/>
              </a:lnSpc>
              <a:spcBef>
                <a:spcPts val="900"/>
              </a:spcBef>
              <a:spcAft>
                <a:spcPts val="0"/>
              </a:spcAft>
              <a:buClr>
                <a:schemeClr val="dk1"/>
              </a:buClr>
              <a:buSzPts val="1050"/>
              <a:buFont typeface="Noto Sans Symbols"/>
              <a:buChar char="●"/>
            </a:pPr>
            <a:r>
              <a:rPr b="0" i="0" lang="en-US" sz="1500" u="none" cap="none" strike="noStrike">
                <a:solidFill>
                  <a:schemeClr val="dk1"/>
                </a:solidFill>
                <a:latin typeface="Lustria"/>
                <a:ea typeface="Lustria"/>
                <a:cs typeface="Lustria"/>
                <a:sym typeface="Lustria"/>
              </a:rPr>
              <a:t>a system similar to ATM (Air Traffic Management, formerly ATC Air traffic control) to allow BVLOS drone operations.</a:t>
            </a:r>
            <a:endParaRPr>
              <a:solidFill>
                <a:schemeClr val="dk1"/>
              </a:solidFill>
            </a:endParaRPr>
          </a:p>
          <a:p>
            <a:pPr indent="-285750" lvl="1" marL="742950" marR="0" rtl="0" algn="l">
              <a:lnSpc>
                <a:spcPct val="90000"/>
              </a:lnSpc>
              <a:spcBef>
                <a:spcPts val="900"/>
              </a:spcBef>
              <a:spcAft>
                <a:spcPts val="0"/>
              </a:spcAft>
              <a:buClr>
                <a:schemeClr val="dk1"/>
              </a:buClr>
              <a:buSzPts val="1050"/>
              <a:buFont typeface="Noto Sans Symbols"/>
              <a:buChar char="●"/>
            </a:pPr>
            <a:r>
              <a:rPr b="0" i="0" lang="en-US" sz="1500" u="none" cap="none" strike="noStrike">
                <a:solidFill>
                  <a:schemeClr val="dk1"/>
                </a:solidFill>
                <a:latin typeface="Lustria"/>
                <a:ea typeface="Lustria"/>
                <a:cs typeface="Lustria"/>
                <a:sym typeface="Lustria"/>
              </a:rPr>
              <a:t>need to avoid drone to drone collisions</a:t>
            </a:r>
            <a:endParaRPr>
              <a:solidFill>
                <a:schemeClr val="dk1"/>
              </a:solidFill>
            </a:endParaRPr>
          </a:p>
          <a:p>
            <a:pPr indent="-285750" lvl="1" marL="742950" marR="0" rtl="0" algn="l">
              <a:lnSpc>
                <a:spcPct val="90000"/>
              </a:lnSpc>
              <a:spcBef>
                <a:spcPts val="900"/>
              </a:spcBef>
              <a:spcAft>
                <a:spcPts val="0"/>
              </a:spcAft>
              <a:buClr>
                <a:schemeClr val="dk1"/>
              </a:buClr>
              <a:buSzPts val="1050"/>
              <a:buFont typeface="Noto Sans Symbols"/>
              <a:buChar char="●"/>
            </a:pPr>
            <a:r>
              <a:rPr b="0" i="0" lang="en-US" sz="1500" u="none" cap="none" strike="noStrike">
                <a:solidFill>
                  <a:schemeClr val="dk1"/>
                </a:solidFill>
                <a:latin typeface="Lustria"/>
                <a:ea typeface="Lustria"/>
                <a:cs typeface="Lustria"/>
                <a:sym typeface="Lustria"/>
              </a:rPr>
              <a:t>Will use a lot of automation and application programming interfaces (API) rather than voice communications.</a:t>
            </a:r>
            <a:endParaRPr>
              <a:solidFill>
                <a:schemeClr val="dk1"/>
              </a:solidFill>
            </a:endParaRPr>
          </a:p>
          <a:p>
            <a:pPr indent="-219075" lvl="1" marL="742950" marR="0" rtl="0" algn="l">
              <a:lnSpc>
                <a:spcPct val="90000"/>
              </a:lnSpc>
              <a:spcBef>
                <a:spcPts val="900"/>
              </a:spcBef>
              <a:spcAft>
                <a:spcPts val="0"/>
              </a:spcAft>
              <a:buClr>
                <a:schemeClr val="lt2"/>
              </a:buClr>
              <a:buSzPts val="1050"/>
              <a:buFont typeface="Noto Sans Symbols"/>
              <a:buNone/>
            </a:pPr>
            <a:r>
              <a:t/>
            </a:r>
            <a:endParaRPr b="0" i="0" sz="1500" u="none" cap="none" strike="noStrike">
              <a:solidFill>
                <a:schemeClr val="dk1"/>
              </a:solidFill>
              <a:latin typeface="Lustria"/>
              <a:ea typeface="Lustria"/>
              <a:cs typeface="Lustria"/>
              <a:sym typeface="Lustria"/>
            </a:endParaRPr>
          </a:p>
          <a:p>
            <a:pPr indent="-219075" lvl="1" marL="742950" marR="0" rtl="0" algn="l">
              <a:lnSpc>
                <a:spcPct val="90000"/>
              </a:lnSpc>
              <a:spcBef>
                <a:spcPts val="900"/>
              </a:spcBef>
              <a:spcAft>
                <a:spcPts val="0"/>
              </a:spcAft>
              <a:buClr>
                <a:schemeClr val="lt2"/>
              </a:buClr>
              <a:buSzPts val="1050"/>
              <a:buFont typeface="Noto Sans Symbols"/>
              <a:buNone/>
            </a:pPr>
            <a:r>
              <a:t/>
            </a:r>
            <a:endParaRPr b="0" i="0" sz="1500" u="none" cap="none" strike="noStrike">
              <a:solidFill>
                <a:schemeClr val="dk1"/>
              </a:solidFill>
              <a:latin typeface="Lustria"/>
              <a:ea typeface="Lustria"/>
              <a:cs typeface="Lustria"/>
              <a:sym typeface="Lustria"/>
            </a:endParaRPr>
          </a:p>
          <a:p>
            <a:pPr indent="0" lvl="0" marL="0" marR="0" rtl="0" algn="l">
              <a:lnSpc>
                <a:spcPct val="90000"/>
              </a:lnSpc>
              <a:spcBef>
                <a:spcPts val="900"/>
              </a:spcBef>
              <a:spcAft>
                <a:spcPts val="0"/>
              </a:spcAft>
              <a:buNone/>
            </a:pPr>
            <a:r>
              <a:rPr b="1" lang="en-US" sz="1500">
                <a:solidFill>
                  <a:schemeClr val="dk1"/>
                </a:solidFill>
                <a:latin typeface="Lustria"/>
                <a:ea typeface="Lustria"/>
                <a:cs typeface="Lustria"/>
                <a:sym typeface="Lustria"/>
              </a:rPr>
              <a:t>Advanced Air Mobility and Urban Air Mobility </a:t>
            </a:r>
            <a:r>
              <a:rPr lang="en-US" sz="1500">
                <a:solidFill>
                  <a:schemeClr val="dk1"/>
                </a:solidFill>
                <a:latin typeface="Lustria"/>
                <a:ea typeface="Lustria"/>
                <a:cs typeface="Lustria"/>
                <a:sym typeface="Lustria"/>
              </a:rPr>
              <a:t>-electric vertical take off and landing vehicles (drone Uber).</a:t>
            </a:r>
            <a:endParaRPr>
              <a:solidFill>
                <a:schemeClr val="dk1"/>
              </a:solidFill>
            </a:endParaRPr>
          </a:p>
          <a:p>
            <a:pPr indent="-219075" lvl="1" marL="742950" marR="0" rtl="0" algn="l">
              <a:lnSpc>
                <a:spcPct val="90000"/>
              </a:lnSpc>
              <a:spcBef>
                <a:spcPts val="900"/>
              </a:spcBef>
              <a:spcAft>
                <a:spcPts val="0"/>
              </a:spcAft>
              <a:buClr>
                <a:schemeClr val="lt2"/>
              </a:buClr>
              <a:buSzPts val="1050"/>
              <a:buFont typeface="Noto Sans Symbols"/>
              <a:buNone/>
            </a:pPr>
            <a:r>
              <a:t/>
            </a:r>
            <a:endParaRPr b="0" i="0" sz="1500" u="none" cap="none" strike="noStrike">
              <a:solidFill>
                <a:schemeClr val="lt2"/>
              </a:solidFill>
              <a:latin typeface="Lustria"/>
              <a:ea typeface="Lustria"/>
              <a:cs typeface="Lustria"/>
              <a:sym typeface="Lustria"/>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66"/>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Review</a:t>
            </a:r>
            <a:endParaRPr/>
          </a:p>
        </p:txBody>
      </p:sp>
      <p:sp>
        <p:nvSpPr>
          <p:cNvPr id="523" name="Google Shape;523;p66"/>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Study Practice Questions from Chapter 1 “Regulations” </a:t>
            </a:r>
            <a:r>
              <a:rPr lang="en-US" u="sng"/>
              <a:t>Remote Pilot Study Guide</a:t>
            </a:r>
            <a:endParaRPr/>
          </a:p>
        </p:txBody>
      </p:sp>
      <p:pic>
        <p:nvPicPr>
          <p:cNvPr descr="FAA Remote Pilot Test Prep Study Guide." id="524" name="Google Shape;524;p66"/>
          <p:cNvPicPr preferRelativeResize="0"/>
          <p:nvPr/>
        </p:nvPicPr>
        <p:blipFill>
          <a:blip r:embed="rId3">
            <a:alphaModFix/>
          </a:blip>
          <a:stretch>
            <a:fillRect/>
          </a:stretch>
        </p:blipFill>
        <p:spPr>
          <a:xfrm>
            <a:off x="4167175" y="2307475"/>
            <a:ext cx="3857625" cy="41529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67"/>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References</a:t>
            </a:r>
            <a:endParaRPr/>
          </a:p>
        </p:txBody>
      </p:sp>
      <p:sp>
        <p:nvSpPr>
          <p:cNvPr id="530" name="Google Shape;530;p67"/>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Marshall, D.; Barnhart, R., Shappee, E., Most, M. (2016). </a:t>
            </a:r>
            <a:r>
              <a:rPr i="1" lang="en-US"/>
              <a:t>Introduction to Unmanned Aircraft Systems.</a:t>
            </a:r>
            <a:r>
              <a:rPr lang="en-US"/>
              <a:t> New York, NY: CRC Press.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000000"/>
      </a:dk1>
      <a:lt1>
        <a:srgbClr val="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