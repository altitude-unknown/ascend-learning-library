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991150" y="511050"/>
            <a:ext cx="5848800" cy="3989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580219" y="673076"/>
            <a:ext cx="6654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MOSI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SW2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AREF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 rot="10800000">
            <a:off x="2078400" y="4002584"/>
            <a:ext cx="534600" cy="127200"/>
            <a:chOff x="1480250" y="485925"/>
            <a:chExt cx="534600" cy="127200"/>
          </a:xfrm>
        </p:grpSpPr>
        <p:sp>
          <p:nvSpPr>
            <p:cNvPr id="57" name="Google Shape;57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61" name="Google Shape;61;p13"/>
          <p:cNvGrpSpPr/>
          <p:nvPr/>
        </p:nvGrpSpPr>
        <p:grpSpPr>
          <a:xfrm rot="10800000">
            <a:off x="2078400" y="3779350"/>
            <a:ext cx="534600" cy="127200"/>
            <a:chOff x="1480250" y="485925"/>
            <a:chExt cx="534600" cy="127200"/>
          </a:xfrm>
        </p:grpSpPr>
        <p:sp>
          <p:nvSpPr>
            <p:cNvPr id="62" name="Google Shape;62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66" name="Google Shape;66;p13"/>
          <p:cNvGrpSpPr/>
          <p:nvPr/>
        </p:nvGrpSpPr>
        <p:grpSpPr>
          <a:xfrm rot="10800000">
            <a:off x="2071476" y="3571105"/>
            <a:ext cx="534600" cy="127200"/>
            <a:chOff x="1480250" y="485925"/>
            <a:chExt cx="534600" cy="127200"/>
          </a:xfrm>
        </p:grpSpPr>
        <p:sp>
          <p:nvSpPr>
            <p:cNvPr id="67" name="Google Shape;67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71" name="Google Shape;71;p13"/>
          <p:cNvGrpSpPr/>
          <p:nvPr/>
        </p:nvGrpSpPr>
        <p:grpSpPr>
          <a:xfrm rot="10800000">
            <a:off x="2071476" y="3362859"/>
            <a:ext cx="534600" cy="127200"/>
            <a:chOff x="1480250" y="485925"/>
            <a:chExt cx="534600" cy="127200"/>
          </a:xfrm>
        </p:grpSpPr>
        <p:sp>
          <p:nvSpPr>
            <p:cNvPr id="72" name="Google Shape;72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76" name="Google Shape;76;p13"/>
          <p:cNvGrpSpPr/>
          <p:nvPr/>
        </p:nvGrpSpPr>
        <p:grpSpPr>
          <a:xfrm rot="10800000">
            <a:off x="2070924" y="3166788"/>
            <a:ext cx="534600" cy="127200"/>
            <a:chOff x="1480250" y="485925"/>
            <a:chExt cx="534600" cy="127200"/>
          </a:xfrm>
        </p:grpSpPr>
        <p:sp>
          <p:nvSpPr>
            <p:cNvPr id="77" name="Google Shape;77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81" name="Google Shape;81;p13"/>
          <p:cNvGrpSpPr/>
          <p:nvPr/>
        </p:nvGrpSpPr>
        <p:grpSpPr>
          <a:xfrm rot="10800000">
            <a:off x="2070924" y="2939263"/>
            <a:ext cx="534600" cy="127200"/>
            <a:chOff x="1480250" y="485925"/>
            <a:chExt cx="534600" cy="127200"/>
          </a:xfrm>
        </p:grpSpPr>
        <p:sp>
          <p:nvSpPr>
            <p:cNvPr id="82" name="Google Shape;82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86" name="Google Shape;86;p13"/>
          <p:cNvGrpSpPr/>
          <p:nvPr/>
        </p:nvGrpSpPr>
        <p:grpSpPr>
          <a:xfrm rot="10800000">
            <a:off x="2070924" y="2727050"/>
            <a:ext cx="534600" cy="127200"/>
            <a:chOff x="1480250" y="485925"/>
            <a:chExt cx="534600" cy="127200"/>
          </a:xfrm>
        </p:grpSpPr>
        <p:sp>
          <p:nvSpPr>
            <p:cNvPr id="87" name="Google Shape;87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 rot="10800000">
            <a:off x="2063998" y="2299574"/>
            <a:ext cx="534600" cy="127200"/>
            <a:chOff x="1480250" y="485925"/>
            <a:chExt cx="534600" cy="127200"/>
          </a:xfrm>
        </p:grpSpPr>
        <p:sp>
          <p:nvSpPr>
            <p:cNvPr id="92" name="Google Shape;92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96" name="Google Shape;96;p13"/>
          <p:cNvGrpSpPr/>
          <p:nvPr/>
        </p:nvGrpSpPr>
        <p:grpSpPr>
          <a:xfrm rot="10800000">
            <a:off x="2063448" y="2089422"/>
            <a:ext cx="534600" cy="127200"/>
            <a:chOff x="1480250" y="485925"/>
            <a:chExt cx="534600" cy="127200"/>
          </a:xfrm>
        </p:grpSpPr>
        <p:sp>
          <p:nvSpPr>
            <p:cNvPr id="97" name="Google Shape;97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101" name="Google Shape;101;p13"/>
          <p:cNvGrpSpPr/>
          <p:nvPr/>
        </p:nvGrpSpPr>
        <p:grpSpPr>
          <a:xfrm rot="10800000">
            <a:off x="2064004" y="1876002"/>
            <a:ext cx="534600" cy="127200"/>
            <a:chOff x="1480250" y="485925"/>
            <a:chExt cx="534600" cy="127200"/>
          </a:xfrm>
        </p:grpSpPr>
        <p:sp>
          <p:nvSpPr>
            <p:cNvPr id="102" name="Google Shape;102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106" name="Google Shape;106;p13"/>
          <p:cNvGrpSpPr/>
          <p:nvPr/>
        </p:nvGrpSpPr>
        <p:grpSpPr>
          <a:xfrm rot="10800000">
            <a:off x="2064004" y="1671276"/>
            <a:ext cx="534600" cy="127200"/>
            <a:chOff x="1480250" y="485925"/>
            <a:chExt cx="534600" cy="127200"/>
          </a:xfrm>
        </p:grpSpPr>
        <p:sp>
          <p:nvSpPr>
            <p:cNvPr id="107" name="Google Shape;107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111" name="Google Shape;111;p13"/>
          <p:cNvGrpSpPr/>
          <p:nvPr/>
        </p:nvGrpSpPr>
        <p:grpSpPr>
          <a:xfrm rot="10800000">
            <a:off x="2078400" y="1435102"/>
            <a:ext cx="534600" cy="127200"/>
            <a:chOff x="1480250" y="485925"/>
            <a:chExt cx="534600" cy="127200"/>
          </a:xfrm>
        </p:grpSpPr>
        <p:sp>
          <p:nvSpPr>
            <p:cNvPr id="112" name="Google Shape;112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116" name="Google Shape;116;p13"/>
          <p:cNvGrpSpPr/>
          <p:nvPr/>
        </p:nvGrpSpPr>
        <p:grpSpPr>
          <a:xfrm rot="10800000">
            <a:off x="2071480" y="1233909"/>
            <a:ext cx="534600" cy="127200"/>
            <a:chOff x="1480250" y="485925"/>
            <a:chExt cx="534600" cy="127200"/>
          </a:xfrm>
        </p:grpSpPr>
        <p:sp>
          <p:nvSpPr>
            <p:cNvPr id="117" name="Google Shape;117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121" name="Google Shape;121;p13"/>
          <p:cNvGrpSpPr/>
          <p:nvPr/>
        </p:nvGrpSpPr>
        <p:grpSpPr>
          <a:xfrm rot="10800000">
            <a:off x="2070924" y="2505647"/>
            <a:ext cx="534600" cy="127200"/>
            <a:chOff x="1480250" y="485925"/>
            <a:chExt cx="534600" cy="127200"/>
          </a:xfrm>
        </p:grpSpPr>
        <p:sp>
          <p:nvSpPr>
            <p:cNvPr id="122" name="Google Shape;122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126" name="Google Shape;126;p13"/>
          <p:cNvGrpSpPr/>
          <p:nvPr/>
        </p:nvGrpSpPr>
        <p:grpSpPr>
          <a:xfrm>
            <a:off x="2886777" y="683759"/>
            <a:ext cx="985200" cy="986308"/>
            <a:chOff x="3040086" y="1155089"/>
            <a:chExt cx="985200" cy="986308"/>
          </a:xfrm>
        </p:grpSpPr>
        <p:sp>
          <p:nvSpPr>
            <p:cNvPr id="127" name="Google Shape;127;p13"/>
            <p:cNvSpPr txBox="1"/>
            <p:nvPr/>
          </p:nvSpPr>
          <p:spPr>
            <a:xfrm rot="-5400000">
              <a:off x="3265686" y="1381798"/>
              <a:ext cx="5340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D13</a:t>
              </a:r>
              <a:endParaRPr sz="13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D0</a:t>
              </a:r>
              <a:endParaRPr sz="13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A5</a:t>
              </a:r>
              <a:endParaRPr sz="13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A4</a:t>
              </a:r>
              <a:endParaRPr sz="1300">
                <a:solidFill>
                  <a:schemeClr val="dk1"/>
                </a:solidFill>
              </a:endParaRPr>
            </a:p>
          </p:txBody>
        </p:sp>
        <p:grpSp>
          <p:nvGrpSpPr>
            <p:cNvPr id="128" name="Google Shape;128;p13"/>
            <p:cNvGrpSpPr/>
            <p:nvPr/>
          </p:nvGrpSpPr>
          <p:grpSpPr>
            <a:xfrm rot="-5400000">
              <a:off x="2941054" y="1358789"/>
              <a:ext cx="534600" cy="127200"/>
              <a:chOff x="1480250" y="485925"/>
              <a:chExt cx="534600" cy="127200"/>
            </a:xfrm>
          </p:grpSpPr>
          <p:sp>
            <p:nvSpPr>
              <p:cNvPr id="129" name="Google Shape;129;p13"/>
              <p:cNvSpPr/>
              <p:nvPr/>
            </p:nvSpPr>
            <p:spPr>
              <a:xfrm>
                <a:off x="1480250" y="485925"/>
                <a:ext cx="534600" cy="127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3"/>
              <p:cNvSpPr/>
              <p:nvPr/>
            </p:nvSpPr>
            <p:spPr>
              <a:xfrm>
                <a:off x="1517650" y="500925"/>
                <a:ext cx="100200" cy="972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1697450" y="500925"/>
                <a:ext cx="100200" cy="9720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1877250" y="500925"/>
                <a:ext cx="100200" cy="972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</p:grpSp>
        <p:grpSp>
          <p:nvGrpSpPr>
            <p:cNvPr id="133" name="Google Shape;133;p13"/>
            <p:cNvGrpSpPr/>
            <p:nvPr/>
          </p:nvGrpSpPr>
          <p:grpSpPr>
            <a:xfrm rot="-5400000">
              <a:off x="3156542" y="1358789"/>
              <a:ext cx="534600" cy="127200"/>
              <a:chOff x="1480250" y="485925"/>
              <a:chExt cx="534600" cy="127200"/>
            </a:xfrm>
          </p:grpSpPr>
          <p:sp>
            <p:nvSpPr>
              <p:cNvPr id="134" name="Google Shape;134;p13"/>
              <p:cNvSpPr/>
              <p:nvPr/>
            </p:nvSpPr>
            <p:spPr>
              <a:xfrm>
                <a:off x="1480250" y="485925"/>
                <a:ext cx="534600" cy="127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3"/>
              <p:cNvSpPr/>
              <p:nvPr/>
            </p:nvSpPr>
            <p:spPr>
              <a:xfrm>
                <a:off x="1517650" y="500925"/>
                <a:ext cx="100200" cy="972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36" name="Google Shape;136;p13"/>
              <p:cNvSpPr/>
              <p:nvPr/>
            </p:nvSpPr>
            <p:spPr>
              <a:xfrm>
                <a:off x="1697450" y="500925"/>
                <a:ext cx="100200" cy="9720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37" name="Google Shape;137;p13"/>
              <p:cNvSpPr/>
              <p:nvPr/>
            </p:nvSpPr>
            <p:spPr>
              <a:xfrm>
                <a:off x="1877250" y="500925"/>
                <a:ext cx="100200" cy="972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</p:grpSp>
        <p:grpSp>
          <p:nvGrpSpPr>
            <p:cNvPr id="138" name="Google Shape;138;p13"/>
            <p:cNvGrpSpPr/>
            <p:nvPr/>
          </p:nvGrpSpPr>
          <p:grpSpPr>
            <a:xfrm rot="-5400000">
              <a:off x="3364554" y="1358789"/>
              <a:ext cx="534600" cy="127200"/>
              <a:chOff x="1480250" y="485925"/>
              <a:chExt cx="534600" cy="127200"/>
            </a:xfrm>
          </p:grpSpPr>
          <p:sp>
            <p:nvSpPr>
              <p:cNvPr id="139" name="Google Shape;139;p13"/>
              <p:cNvSpPr/>
              <p:nvPr/>
            </p:nvSpPr>
            <p:spPr>
              <a:xfrm>
                <a:off x="1480250" y="485925"/>
                <a:ext cx="534600" cy="127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>
                <a:off x="1517650" y="500925"/>
                <a:ext cx="100200" cy="972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>
                <a:off x="1697450" y="500925"/>
                <a:ext cx="100200" cy="9720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1877250" y="500925"/>
                <a:ext cx="100200" cy="972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</p:grpSp>
        <p:grpSp>
          <p:nvGrpSpPr>
            <p:cNvPr id="143" name="Google Shape;143;p13"/>
            <p:cNvGrpSpPr/>
            <p:nvPr/>
          </p:nvGrpSpPr>
          <p:grpSpPr>
            <a:xfrm rot="-5400000">
              <a:off x="3575323" y="1363881"/>
              <a:ext cx="534600" cy="127200"/>
              <a:chOff x="1480250" y="485925"/>
              <a:chExt cx="534600" cy="127200"/>
            </a:xfrm>
          </p:grpSpPr>
          <p:sp>
            <p:nvSpPr>
              <p:cNvPr id="144" name="Google Shape;144;p13"/>
              <p:cNvSpPr/>
              <p:nvPr/>
            </p:nvSpPr>
            <p:spPr>
              <a:xfrm>
                <a:off x="1480250" y="485925"/>
                <a:ext cx="534600" cy="127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>
                <a:off x="1517650" y="500925"/>
                <a:ext cx="100200" cy="972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46" name="Google Shape;146;p13"/>
              <p:cNvSpPr/>
              <p:nvPr/>
            </p:nvSpPr>
            <p:spPr>
              <a:xfrm>
                <a:off x="1697450" y="500925"/>
                <a:ext cx="100200" cy="9720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47" name="Google Shape;147;p13"/>
              <p:cNvSpPr/>
              <p:nvPr/>
            </p:nvSpPr>
            <p:spPr>
              <a:xfrm>
                <a:off x="1877250" y="500925"/>
                <a:ext cx="100200" cy="972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</p:grpSp>
      </p:grpSp>
      <p:grpSp>
        <p:nvGrpSpPr>
          <p:cNvPr id="148" name="Google Shape;148;p13"/>
          <p:cNvGrpSpPr/>
          <p:nvPr/>
        </p:nvGrpSpPr>
        <p:grpSpPr>
          <a:xfrm>
            <a:off x="4335841" y="670833"/>
            <a:ext cx="985200" cy="942934"/>
            <a:chOff x="4527491" y="964400"/>
            <a:chExt cx="985200" cy="942934"/>
          </a:xfrm>
        </p:grpSpPr>
        <p:sp>
          <p:nvSpPr>
            <p:cNvPr id="149" name="Google Shape;149;p13"/>
            <p:cNvSpPr txBox="1"/>
            <p:nvPr/>
          </p:nvSpPr>
          <p:spPr>
            <a:xfrm rot="-5400000">
              <a:off x="4713491" y="1108134"/>
              <a:ext cx="6132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SDA</a:t>
              </a:r>
              <a:endParaRPr sz="13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SCL</a:t>
              </a:r>
              <a:endParaRPr sz="13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GND</a:t>
              </a:r>
              <a:endParaRPr sz="13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</a:rPr>
                <a:t>3.3V</a:t>
              </a:r>
              <a:endParaRPr sz="1300">
                <a:solidFill>
                  <a:schemeClr val="dk1"/>
                </a:solidFill>
              </a:endParaRPr>
            </a:p>
          </p:txBody>
        </p:sp>
        <p:grpSp>
          <p:nvGrpSpPr>
            <p:cNvPr id="150" name="Google Shape;150;p13"/>
            <p:cNvGrpSpPr/>
            <p:nvPr/>
          </p:nvGrpSpPr>
          <p:grpSpPr>
            <a:xfrm>
              <a:off x="4657550" y="964400"/>
              <a:ext cx="725100" cy="190800"/>
              <a:chOff x="4657550" y="964400"/>
              <a:chExt cx="725100" cy="190800"/>
            </a:xfrm>
          </p:grpSpPr>
          <p:sp>
            <p:nvSpPr>
              <p:cNvPr id="151" name="Google Shape;151;p13"/>
              <p:cNvSpPr/>
              <p:nvPr/>
            </p:nvSpPr>
            <p:spPr>
              <a:xfrm>
                <a:off x="4657550" y="964400"/>
                <a:ext cx="725100" cy="1908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 rot="10800000">
                <a:off x="5248628" y="1005112"/>
                <a:ext cx="100200" cy="9720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 rot="10800000">
                <a:off x="4695027" y="1005112"/>
                <a:ext cx="100200" cy="972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 rot="10800000">
                <a:off x="5072083" y="1007992"/>
                <a:ext cx="100200" cy="972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 rot="10800000">
                <a:off x="4880586" y="1003396"/>
                <a:ext cx="100200" cy="97200"/>
              </a:xfrm>
              <a:prstGeom prst="ellipse">
                <a:avLst/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</p:grpSp>
        <p:grpSp>
          <p:nvGrpSpPr>
            <p:cNvPr id="156" name="Google Shape;156;p13"/>
            <p:cNvGrpSpPr/>
            <p:nvPr/>
          </p:nvGrpSpPr>
          <p:grpSpPr>
            <a:xfrm>
              <a:off x="4650700" y="1232900"/>
              <a:ext cx="725100" cy="190800"/>
              <a:chOff x="4657550" y="964400"/>
              <a:chExt cx="725100" cy="190800"/>
            </a:xfrm>
          </p:grpSpPr>
          <p:sp>
            <p:nvSpPr>
              <p:cNvPr id="157" name="Google Shape;157;p13"/>
              <p:cNvSpPr/>
              <p:nvPr/>
            </p:nvSpPr>
            <p:spPr>
              <a:xfrm>
                <a:off x="4657550" y="964400"/>
                <a:ext cx="725100" cy="1908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 rot="10800000">
                <a:off x="5248628" y="1005112"/>
                <a:ext cx="100200" cy="9720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 rot="10800000">
                <a:off x="4695027" y="1005112"/>
                <a:ext cx="100200" cy="972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 rot="10800000">
                <a:off x="5072083" y="1007992"/>
                <a:ext cx="100200" cy="972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 rot="10800000">
                <a:off x="4880586" y="1003396"/>
                <a:ext cx="100200" cy="97200"/>
              </a:xfrm>
              <a:prstGeom prst="ellipse">
                <a:avLst/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</p:grpSp>
      </p:grpSp>
      <p:grpSp>
        <p:nvGrpSpPr>
          <p:cNvPr id="162" name="Google Shape;162;p13"/>
          <p:cNvGrpSpPr/>
          <p:nvPr/>
        </p:nvGrpSpPr>
        <p:grpSpPr>
          <a:xfrm>
            <a:off x="5455672" y="456393"/>
            <a:ext cx="803873" cy="923400"/>
            <a:chOff x="6498175" y="598100"/>
            <a:chExt cx="803873" cy="923400"/>
          </a:xfrm>
        </p:grpSpPr>
        <p:sp>
          <p:nvSpPr>
            <p:cNvPr id="163" name="Google Shape;163;p13"/>
            <p:cNvSpPr txBox="1"/>
            <p:nvPr/>
          </p:nvSpPr>
          <p:spPr>
            <a:xfrm>
              <a:off x="6636648" y="598100"/>
              <a:ext cx="6654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VBUS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GND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D+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D-</a:t>
              </a:r>
              <a:endParaRPr sz="1200">
                <a:solidFill>
                  <a:schemeClr val="dk1"/>
                </a:solidFill>
              </a:endParaRPr>
            </a:p>
          </p:txBody>
        </p:sp>
        <p:grpSp>
          <p:nvGrpSpPr>
            <p:cNvPr id="164" name="Google Shape;164;p13"/>
            <p:cNvGrpSpPr/>
            <p:nvPr/>
          </p:nvGrpSpPr>
          <p:grpSpPr>
            <a:xfrm>
              <a:off x="6498175" y="697250"/>
              <a:ext cx="190800" cy="725100"/>
              <a:chOff x="6498175" y="697250"/>
              <a:chExt cx="190800" cy="725100"/>
            </a:xfrm>
          </p:grpSpPr>
          <p:sp>
            <p:nvSpPr>
              <p:cNvPr id="165" name="Google Shape;165;p13"/>
              <p:cNvSpPr/>
              <p:nvPr/>
            </p:nvSpPr>
            <p:spPr>
              <a:xfrm rot="5400000">
                <a:off x="6231025" y="964400"/>
                <a:ext cx="725100" cy="1908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3"/>
              <p:cNvSpPr/>
              <p:nvPr/>
            </p:nvSpPr>
            <p:spPr>
              <a:xfrm rot="-5400000">
                <a:off x="6542087" y="1289828"/>
                <a:ext cx="100200" cy="97200"/>
              </a:xfrm>
              <a:prstGeom prst="ellipse">
                <a:avLst/>
              </a:prstGeom>
              <a:solidFill>
                <a:srgbClr val="FF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 rot="-5400000">
                <a:off x="6542087" y="736227"/>
                <a:ext cx="100200" cy="97200"/>
              </a:xfrm>
              <a:prstGeom prst="ellipse">
                <a:avLst/>
              </a:prstGeom>
              <a:solidFill>
                <a:srgbClr val="93C47D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 rot="-5400000">
                <a:off x="6539207" y="926383"/>
                <a:ext cx="100200" cy="972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 rot="-5400000">
                <a:off x="6543803" y="1116163"/>
                <a:ext cx="100200" cy="97200"/>
              </a:xfrm>
              <a:prstGeom prst="ellipse">
                <a:avLst/>
              </a:prstGeom>
              <a:solidFill>
                <a:srgbClr val="99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</p:grpSp>
      </p:grpSp>
      <p:sp>
        <p:nvSpPr>
          <p:cNvPr id="170" name="Google Shape;170;p13"/>
          <p:cNvSpPr/>
          <p:nvPr/>
        </p:nvSpPr>
        <p:spPr>
          <a:xfrm>
            <a:off x="2062002" y="589873"/>
            <a:ext cx="173400" cy="173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7549546" y="639418"/>
            <a:ext cx="173400" cy="173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2062002" y="4267526"/>
            <a:ext cx="173400" cy="173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7557217" y="4267526"/>
            <a:ext cx="173400" cy="173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 txBox="1"/>
          <p:nvPr/>
        </p:nvSpPr>
        <p:spPr>
          <a:xfrm rot="-5400000">
            <a:off x="6507950" y="2226150"/>
            <a:ext cx="164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Designed by: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Mike Walach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MSGC 2026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75" name="Google Shape;175;p13"/>
          <p:cNvPicPr preferRelativeResize="0"/>
          <p:nvPr/>
        </p:nvPicPr>
        <p:blipFill rotWithShape="1">
          <a:blip r:embed="rId3">
            <a:alphaModFix/>
          </a:blip>
          <a:srcRect b="0" l="54636" r="26715" t="63191"/>
          <a:stretch/>
        </p:blipFill>
        <p:spPr>
          <a:xfrm>
            <a:off x="5510400" y="3109775"/>
            <a:ext cx="1108425" cy="134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3"/>
          <p:cNvPicPr preferRelativeResize="0"/>
          <p:nvPr/>
        </p:nvPicPr>
        <p:blipFill rotWithShape="1">
          <a:blip r:embed="rId3">
            <a:alphaModFix/>
          </a:blip>
          <a:srcRect b="3439" l="42888" r="45917" t="79025"/>
          <a:stretch/>
        </p:blipFill>
        <p:spPr>
          <a:xfrm>
            <a:off x="4721751" y="3779350"/>
            <a:ext cx="665399" cy="63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3"/>
          <p:cNvPicPr preferRelativeResize="0"/>
          <p:nvPr/>
        </p:nvPicPr>
        <p:blipFill rotWithShape="1">
          <a:blip r:embed="rId3">
            <a:alphaModFix/>
          </a:blip>
          <a:srcRect b="77684" l="66667" r="13401" t="0"/>
          <a:stretch/>
        </p:blipFill>
        <p:spPr>
          <a:xfrm>
            <a:off x="6128075" y="511054"/>
            <a:ext cx="1184725" cy="8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3"/>
          <p:cNvPicPr preferRelativeResize="0"/>
          <p:nvPr/>
        </p:nvPicPr>
        <p:blipFill rotWithShape="1">
          <a:blip r:embed="rId3">
            <a:alphaModFix/>
          </a:blip>
          <a:srcRect b="0" l="18778" r="57105" t="61270"/>
          <a:stretch/>
        </p:blipFill>
        <p:spPr>
          <a:xfrm>
            <a:off x="3199989" y="3136500"/>
            <a:ext cx="1433450" cy="14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3"/>
          <p:cNvPicPr preferRelativeResize="0"/>
          <p:nvPr/>
        </p:nvPicPr>
        <p:blipFill rotWithShape="1">
          <a:blip r:embed="rId3">
            <a:alphaModFix/>
          </a:blip>
          <a:srcRect b="47766" l="36977" r="48707" t="28593"/>
          <a:stretch/>
        </p:blipFill>
        <p:spPr>
          <a:xfrm>
            <a:off x="4331575" y="2003188"/>
            <a:ext cx="850875" cy="862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3"/>
          <p:cNvGrpSpPr/>
          <p:nvPr/>
        </p:nvGrpSpPr>
        <p:grpSpPr>
          <a:xfrm rot="10800000">
            <a:off x="2064215" y="1021360"/>
            <a:ext cx="534600" cy="127200"/>
            <a:chOff x="1480250" y="485925"/>
            <a:chExt cx="534600" cy="127200"/>
          </a:xfrm>
        </p:grpSpPr>
        <p:sp>
          <p:nvSpPr>
            <p:cNvPr id="181" name="Google Shape;181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grpSp>
        <p:nvGrpSpPr>
          <p:cNvPr id="185" name="Google Shape;185;p13"/>
          <p:cNvGrpSpPr/>
          <p:nvPr/>
        </p:nvGrpSpPr>
        <p:grpSpPr>
          <a:xfrm rot="10800000">
            <a:off x="2068354" y="820216"/>
            <a:ext cx="534600" cy="127200"/>
            <a:chOff x="1480250" y="485925"/>
            <a:chExt cx="534600" cy="127200"/>
          </a:xfrm>
        </p:grpSpPr>
        <p:sp>
          <p:nvSpPr>
            <p:cNvPr id="186" name="Google Shape;186;p13"/>
            <p:cNvSpPr/>
            <p:nvPr/>
          </p:nvSpPr>
          <p:spPr>
            <a:xfrm>
              <a:off x="1480250" y="485925"/>
              <a:ext cx="534600" cy="127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1517650" y="500925"/>
              <a:ext cx="100200" cy="97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1697450" y="500925"/>
              <a:ext cx="100200" cy="97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1877250" y="500925"/>
              <a:ext cx="100200" cy="97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FF"/>
                </a:solidFill>
              </a:endParaRPr>
            </a:p>
          </p:txBody>
        </p:sp>
      </p:grpSp>
      <p:sp>
        <p:nvSpPr>
          <p:cNvPr id="190" name="Google Shape;190;p13"/>
          <p:cNvSpPr/>
          <p:nvPr/>
        </p:nvSpPr>
        <p:spPr>
          <a:xfrm rot="10800000">
            <a:off x="3871979" y="662516"/>
            <a:ext cx="534600" cy="12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 rot="10800000">
            <a:off x="4268979" y="677516"/>
            <a:ext cx="100200" cy="972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92" name="Google Shape;192;p13"/>
          <p:cNvSpPr/>
          <p:nvPr/>
        </p:nvSpPr>
        <p:spPr>
          <a:xfrm rot="10800000">
            <a:off x="4089179" y="677516"/>
            <a:ext cx="100200" cy="97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93" name="Google Shape;193;p13"/>
          <p:cNvSpPr/>
          <p:nvPr/>
        </p:nvSpPr>
        <p:spPr>
          <a:xfrm rot="10800000">
            <a:off x="3909379" y="677516"/>
            <a:ext cx="100200" cy="97200"/>
          </a:xfrm>
          <a:prstGeom prst="ellipse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27BA0"/>
              </a:solidFill>
            </a:endParaRPr>
          </a:p>
        </p:txBody>
      </p:sp>
      <p:sp>
        <p:nvSpPr>
          <p:cNvPr id="194" name="Google Shape;194;p13"/>
          <p:cNvSpPr txBox="1"/>
          <p:nvPr/>
        </p:nvSpPr>
        <p:spPr>
          <a:xfrm rot="-5400000">
            <a:off x="3817828" y="715500"/>
            <a:ext cx="68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Rx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GND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Tx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95" name="Google Shape;195;p13"/>
          <p:cNvGrpSpPr/>
          <p:nvPr/>
        </p:nvGrpSpPr>
        <p:grpSpPr>
          <a:xfrm>
            <a:off x="3885234" y="1238301"/>
            <a:ext cx="446329" cy="993138"/>
            <a:chOff x="4485796" y="1583663"/>
            <a:chExt cx="446329" cy="993138"/>
          </a:xfrm>
        </p:grpSpPr>
        <p:grpSp>
          <p:nvGrpSpPr>
            <p:cNvPr id="196" name="Google Shape;196;p13"/>
            <p:cNvGrpSpPr/>
            <p:nvPr/>
          </p:nvGrpSpPr>
          <p:grpSpPr>
            <a:xfrm>
              <a:off x="4568078" y="2039929"/>
              <a:ext cx="297000" cy="255600"/>
              <a:chOff x="4433178" y="1781417"/>
              <a:chExt cx="297000" cy="255600"/>
            </a:xfrm>
          </p:grpSpPr>
          <p:sp>
            <p:nvSpPr>
              <p:cNvPr id="197" name="Google Shape;197;p13"/>
              <p:cNvSpPr/>
              <p:nvPr/>
            </p:nvSpPr>
            <p:spPr>
              <a:xfrm rot="10800000">
                <a:off x="4433178" y="1781417"/>
                <a:ext cx="297000" cy="2556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3"/>
              <p:cNvSpPr/>
              <p:nvPr/>
            </p:nvSpPr>
            <p:spPr>
              <a:xfrm rot="10800000">
                <a:off x="4458775" y="1914515"/>
                <a:ext cx="100200" cy="97200"/>
              </a:xfrm>
              <a:prstGeom prst="ellipse">
                <a:avLst/>
              </a:prstGeom>
              <a:solidFill>
                <a:srgbClr val="FF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199" name="Google Shape;199;p13"/>
              <p:cNvSpPr/>
              <p:nvPr/>
            </p:nvSpPr>
            <p:spPr>
              <a:xfrm rot="10800000">
                <a:off x="4458766" y="1798457"/>
                <a:ext cx="100200" cy="9720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200" name="Google Shape;200;p13"/>
              <p:cNvSpPr/>
              <p:nvPr/>
            </p:nvSpPr>
            <p:spPr>
              <a:xfrm rot="10800000">
                <a:off x="4599390" y="1795820"/>
                <a:ext cx="100200" cy="972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 rot="10800000">
                <a:off x="4599711" y="1914531"/>
                <a:ext cx="100200" cy="97200"/>
              </a:xfrm>
              <a:prstGeom prst="ellipse">
                <a:avLst/>
              </a:prstGeom>
              <a:solidFill>
                <a:srgbClr val="FFD966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202" name="Google Shape;202;p13"/>
            <p:cNvSpPr txBox="1"/>
            <p:nvPr/>
          </p:nvSpPr>
          <p:spPr>
            <a:xfrm rot="-5400000">
              <a:off x="4480025" y="1604663"/>
              <a:ext cx="473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</a:rPr>
                <a:t>3.3V</a:t>
              </a:r>
              <a:endParaRPr sz="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</a:rPr>
                <a:t>GND</a:t>
              </a:r>
              <a:endParaRPr sz="800">
                <a:solidFill>
                  <a:schemeClr val="dk1"/>
                </a:solidFill>
              </a:endParaRPr>
            </a:p>
          </p:txBody>
        </p:sp>
        <p:sp>
          <p:nvSpPr>
            <p:cNvPr id="203" name="Google Shape;203;p13"/>
            <p:cNvSpPr txBox="1"/>
            <p:nvPr/>
          </p:nvSpPr>
          <p:spPr>
            <a:xfrm rot="-5400000">
              <a:off x="4464796" y="2124702"/>
              <a:ext cx="473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</a:rPr>
                <a:t>DIO</a:t>
              </a:r>
              <a:endParaRPr sz="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</a:rPr>
                <a:t>Clk</a:t>
              </a:r>
              <a:endParaRPr sz="8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